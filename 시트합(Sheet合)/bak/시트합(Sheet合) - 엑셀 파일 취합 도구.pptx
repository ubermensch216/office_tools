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79300" cy="6851650"/>
  <p:notesSz cx="12179300" cy="68516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1205" cy="6848475"/>
          </a:xfrm>
          <a:custGeom>
            <a:avLst/>
            <a:gdLst/>
            <a:ahLst/>
            <a:cxnLst/>
            <a:rect l="l" t="t" r="r" b="b"/>
            <a:pathLst>
              <a:path w="12181205" h="6848475">
                <a:moveTo>
                  <a:pt x="12180802" y="6848192"/>
                </a:moveTo>
                <a:lnTo>
                  <a:pt x="0" y="6848192"/>
                </a:lnTo>
                <a:lnTo>
                  <a:pt x="0" y="0"/>
                </a:lnTo>
                <a:lnTo>
                  <a:pt x="12180802" y="0"/>
                </a:lnTo>
                <a:lnTo>
                  <a:pt x="12180802" y="6848192"/>
                </a:lnTo>
                <a:close/>
              </a:path>
            </a:pathLst>
          </a:custGeom>
          <a:solidFill>
            <a:srgbClr val="F1F7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974982" cy="673592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73639" y="0"/>
            <a:ext cx="1901342" cy="190195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583935"/>
            <a:ext cx="1152143" cy="1151991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1974982" cy="67359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722" y="282296"/>
            <a:ext cx="3325495" cy="1203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4A8FE2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7847" y="3836924"/>
            <a:ext cx="8529955" cy="17129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4A8FE2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1205" cy="6848475"/>
          </a:xfrm>
          <a:custGeom>
            <a:avLst/>
            <a:gdLst/>
            <a:ahLst/>
            <a:cxnLst/>
            <a:rect l="l" t="t" r="r" b="b"/>
            <a:pathLst>
              <a:path w="12181205" h="6848475">
                <a:moveTo>
                  <a:pt x="12180802" y="6848192"/>
                </a:moveTo>
                <a:lnTo>
                  <a:pt x="0" y="6848192"/>
                </a:lnTo>
                <a:lnTo>
                  <a:pt x="0" y="0"/>
                </a:lnTo>
                <a:lnTo>
                  <a:pt x="12180802" y="0"/>
                </a:lnTo>
                <a:lnTo>
                  <a:pt x="12180802" y="6848192"/>
                </a:lnTo>
                <a:close/>
              </a:path>
            </a:pathLst>
          </a:custGeom>
          <a:solidFill>
            <a:srgbClr val="F1F7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974982" cy="673592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54055" y="0"/>
            <a:ext cx="1825144" cy="162153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583935"/>
            <a:ext cx="1152143" cy="1151991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1974982" cy="67359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4A8FE2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282" y="1575879"/>
            <a:ext cx="5300758" cy="45220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5609" y="1575879"/>
            <a:ext cx="5300758" cy="45220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4A8FE2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1205" cy="6848475"/>
          </a:xfrm>
          <a:custGeom>
            <a:avLst/>
            <a:gdLst/>
            <a:ahLst/>
            <a:cxnLst/>
            <a:rect l="l" t="t" r="r" b="b"/>
            <a:pathLst>
              <a:path w="12181205" h="6848475">
                <a:moveTo>
                  <a:pt x="12180802" y="6848192"/>
                </a:moveTo>
                <a:lnTo>
                  <a:pt x="0" y="6848192"/>
                </a:lnTo>
                <a:lnTo>
                  <a:pt x="0" y="0"/>
                </a:lnTo>
                <a:lnTo>
                  <a:pt x="12180802" y="0"/>
                </a:lnTo>
                <a:lnTo>
                  <a:pt x="12180802" y="6848192"/>
                </a:lnTo>
                <a:close/>
              </a:path>
            </a:pathLst>
          </a:custGeom>
          <a:solidFill>
            <a:srgbClr val="F1F7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1974982" cy="67359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10213" y="355670"/>
            <a:ext cx="4954905" cy="492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4A8FE2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282" y="1575879"/>
            <a:ext cx="10967085" cy="45220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3121" y="6372034"/>
            <a:ext cx="3899408" cy="3425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282" y="6372034"/>
            <a:ext cx="2802699" cy="3425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3668" y="6372034"/>
            <a:ext cx="2802699" cy="3425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854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460"/>
              </a:spcBef>
            </a:pPr>
            <a:r>
              <a:rPr dirty="0" sz="4000" spc="-390"/>
              <a:t>시트합</a:t>
            </a:r>
            <a:r>
              <a:rPr dirty="0" sz="4050" spc="-390">
                <a:latin typeface="Gill Sans MT"/>
                <a:cs typeface="Gill Sans MT"/>
              </a:rPr>
              <a:t>(</a:t>
            </a:r>
            <a:r>
              <a:rPr dirty="0" sz="3850" spc="-390">
                <a:latin typeface="Yu Gothic"/>
                <a:cs typeface="Yu Gothic"/>
              </a:rPr>
              <a:t>Sheet</a:t>
            </a:r>
            <a:r>
              <a:rPr dirty="0" sz="4000" spc="-480">
                <a:latin typeface="BIZ UDPGothic"/>
                <a:cs typeface="BIZ UDPGothic"/>
              </a:rPr>
              <a:t>合</a:t>
            </a:r>
            <a:r>
              <a:rPr dirty="0" sz="4050" spc="-50">
                <a:latin typeface="Gill Sans MT"/>
                <a:cs typeface="Gill Sans MT"/>
              </a:rPr>
              <a:t>)</a:t>
            </a:r>
            <a:endParaRPr sz="4050">
              <a:latin typeface="Gill Sans MT"/>
              <a:cs typeface="Gill Sans MT"/>
            </a:endParaRPr>
          </a:p>
          <a:p>
            <a:pPr algn="ctr">
              <a:lnSpc>
                <a:spcPct val="100000"/>
              </a:lnSpc>
              <a:spcBef>
                <a:spcPts val="655"/>
              </a:spcBef>
            </a:pPr>
            <a:r>
              <a:rPr dirty="0" sz="2000" spc="-380" b="0">
                <a:solidFill>
                  <a:srgbClr val="333333"/>
                </a:solidFill>
                <a:latin typeface="Dotum"/>
                <a:cs typeface="Dotum"/>
              </a:rPr>
              <a:t>엑셀</a:t>
            </a:r>
            <a:r>
              <a:rPr dirty="0" sz="2000" spc="-200" b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2000" spc="-380" b="0">
                <a:solidFill>
                  <a:srgbClr val="333333"/>
                </a:solidFill>
                <a:latin typeface="Dotum"/>
                <a:cs typeface="Dotum"/>
              </a:rPr>
              <a:t>파일</a:t>
            </a:r>
            <a:r>
              <a:rPr dirty="0" sz="2000" spc="-200" b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2000" spc="-380" b="0">
                <a:solidFill>
                  <a:srgbClr val="333333"/>
                </a:solidFill>
                <a:latin typeface="Dotum"/>
                <a:cs typeface="Dotum"/>
              </a:rPr>
              <a:t>취합</a:t>
            </a:r>
            <a:r>
              <a:rPr dirty="0" sz="2000" spc="-200" b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2000" spc="-405" b="0">
                <a:solidFill>
                  <a:srgbClr val="333333"/>
                </a:solidFill>
                <a:latin typeface="Dotum"/>
                <a:cs typeface="Dotum"/>
              </a:rPr>
              <a:t>도구</a:t>
            </a:r>
            <a:endParaRPr sz="2000">
              <a:latin typeface="Dotum"/>
              <a:cs typeface="Dotum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851671" y="2132316"/>
            <a:ext cx="427164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475" b="1">
                <a:solidFill>
                  <a:srgbClr val="4A8FE2"/>
                </a:solidFill>
                <a:latin typeface="Malgun Gothic"/>
                <a:cs typeface="Malgun Gothic"/>
              </a:rPr>
              <a:t>쉽고</a:t>
            </a:r>
            <a:r>
              <a:rPr dirty="0" sz="2500" spc="-325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sz="2500" spc="-475" b="1">
                <a:solidFill>
                  <a:srgbClr val="4A8FE2"/>
                </a:solidFill>
                <a:latin typeface="Malgun Gothic"/>
                <a:cs typeface="Malgun Gothic"/>
              </a:rPr>
              <a:t>빠르게</a:t>
            </a:r>
            <a:r>
              <a:rPr dirty="0" sz="2500" spc="-325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sz="2500" spc="-475" b="1">
                <a:solidFill>
                  <a:srgbClr val="4A8FE2"/>
                </a:solidFill>
                <a:latin typeface="Malgun Gothic"/>
                <a:cs typeface="Malgun Gothic"/>
              </a:rPr>
              <a:t>엑셀</a:t>
            </a:r>
            <a:r>
              <a:rPr dirty="0" sz="2500" spc="-325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sz="2500" spc="-475" b="1">
                <a:solidFill>
                  <a:srgbClr val="4A8FE2"/>
                </a:solidFill>
                <a:latin typeface="Malgun Gothic"/>
                <a:cs typeface="Malgun Gothic"/>
              </a:rPr>
              <a:t>파일을</a:t>
            </a:r>
            <a:r>
              <a:rPr dirty="0" sz="2500" spc="-325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sz="2500" spc="-420" b="1">
                <a:solidFill>
                  <a:srgbClr val="4A8FE2"/>
                </a:solidFill>
                <a:latin typeface="Malgun Gothic"/>
                <a:cs typeface="Malgun Gothic"/>
              </a:rPr>
              <a:t>취합하세요</a:t>
            </a:r>
            <a:r>
              <a:rPr dirty="0" sz="2400" spc="-420" b="1">
                <a:solidFill>
                  <a:srgbClr val="4A8FE2"/>
                </a:solidFill>
                <a:latin typeface="Calibri"/>
                <a:cs typeface="Calibri"/>
              </a:rPr>
              <a:t>!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11479" y="2910840"/>
            <a:ext cx="3740150" cy="3206750"/>
            <a:chOff x="411479" y="2910840"/>
            <a:chExt cx="3740150" cy="3206750"/>
          </a:xfrm>
        </p:grpSpPr>
        <p:sp>
          <p:nvSpPr>
            <p:cNvPr id="5" name="object 5" descr=""/>
            <p:cNvSpPr/>
            <p:nvPr/>
          </p:nvSpPr>
          <p:spPr>
            <a:xfrm>
              <a:off x="411467" y="2910852"/>
              <a:ext cx="3740150" cy="3206750"/>
            </a:xfrm>
            <a:custGeom>
              <a:avLst/>
              <a:gdLst/>
              <a:ahLst/>
              <a:cxnLst/>
              <a:rect l="l" t="t" r="r" b="b"/>
              <a:pathLst>
                <a:path w="3740150" h="3206750">
                  <a:moveTo>
                    <a:pt x="3739896" y="0"/>
                  </a:moveTo>
                  <a:lnTo>
                    <a:pt x="3566934" y="0"/>
                  </a:lnTo>
                  <a:lnTo>
                    <a:pt x="3566934" y="182803"/>
                  </a:lnTo>
                  <a:lnTo>
                    <a:pt x="3566934" y="2844088"/>
                  </a:lnTo>
                  <a:lnTo>
                    <a:pt x="3559378" y="2882074"/>
                  </a:lnTo>
                  <a:lnTo>
                    <a:pt x="3537864" y="2914269"/>
                  </a:lnTo>
                  <a:lnTo>
                    <a:pt x="3505670" y="2935770"/>
                  </a:lnTo>
                  <a:lnTo>
                    <a:pt x="3467697" y="2943326"/>
                  </a:lnTo>
                  <a:lnTo>
                    <a:pt x="274142" y="2943326"/>
                  </a:lnTo>
                  <a:lnTo>
                    <a:pt x="236169" y="2935770"/>
                  </a:lnTo>
                  <a:lnTo>
                    <a:pt x="203974" y="2914269"/>
                  </a:lnTo>
                  <a:lnTo>
                    <a:pt x="182460" y="2882074"/>
                  </a:lnTo>
                  <a:lnTo>
                    <a:pt x="174917" y="2844088"/>
                  </a:lnTo>
                  <a:lnTo>
                    <a:pt x="174917" y="182803"/>
                  </a:lnTo>
                  <a:lnTo>
                    <a:pt x="182460" y="144830"/>
                  </a:lnTo>
                  <a:lnTo>
                    <a:pt x="203974" y="112636"/>
                  </a:lnTo>
                  <a:lnTo>
                    <a:pt x="236169" y="91122"/>
                  </a:lnTo>
                  <a:lnTo>
                    <a:pt x="274142" y="83566"/>
                  </a:lnTo>
                  <a:lnTo>
                    <a:pt x="3467697" y="83566"/>
                  </a:lnTo>
                  <a:lnTo>
                    <a:pt x="3505670" y="91122"/>
                  </a:lnTo>
                  <a:lnTo>
                    <a:pt x="3537864" y="112636"/>
                  </a:lnTo>
                  <a:lnTo>
                    <a:pt x="3559378" y="144830"/>
                  </a:lnTo>
                  <a:lnTo>
                    <a:pt x="3566934" y="182803"/>
                  </a:lnTo>
                  <a:lnTo>
                    <a:pt x="3566934" y="0"/>
                  </a:lnTo>
                  <a:lnTo>
                    <a:pt x="0" y="0"/>
                  </a:lnTo>
                  <a:lnTo>
                    <a:pt x="0" y="3206496"/>
                  </a:lnTo>
                  <a:lnTo>
                    <a:pt x="3739896" y="3206496"/>
                  </a:lnTo>
                  <a:lnTo>
                    <a:pt x="3739896" y="2943326"/>
                  </a:lnTo>
                  <a:lnTo>
                    <a:pt x="3739896" y="83566"/>
                  </a:lnTo>
                  <a:lnTo>
                    <a:pt x="3739896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77365" y="2985392"/>
              <a:ext cx="3410585" cy="2877820"/>
            </a:xfrm>
            <a:custGeom>
              <a:avLst/>
              <a:gdLst/>
              <a:ahLst/>
              <a:cxnLst/>
              <a:rect l="l" t="t" r="r" b="b"/>
              <a:pathLst>
                <a:path w="3410585" h="2877820">
                  <a:moveTo>
                    <a:pt x="3301807" y="2877804"/>
                  </a:moveTo>
                  <a:lnTo>
                    <a:pt x="108255" y="2877804"/>
                  </a:lnTo>
                  <a:lnTo>
                    <a:pt x="97591" y="2877289"/>
                  </a:lnTo>
                  <a:lnTo>
                    <a:pt x="57172" y="2865006"/>
                  </a:lnTo>
                  <a:lnTo>
                    <a:pt x="24530" y="2838191"/>
                  </a:lnTo>
                  <a:lnTo>
                    <a:pt x="4635" y="2800926"/>
                  </a:lnTo>
                  <a:lnTo>
                    <a:pt x="0" y="2769548"/>
                  </a:lnTo>
                  <a:lnTo>
                    <a:pt x="0" y="108255"/>
                  </a:lnTo>
                  <a:lnTo>
                    <a:pt x="8240" y="66828"/>
                  </a:lnTo>
                  <a:lnTo>
                    <a:pt x="31707" y="31707"/>
                  </a:lnTo>
                  <a:lnTo>
                    <a:pt x="66828" y="8240"/>
                  </a:lnTo>
                  <a:lnTo>
                    <a:pt x="108255" y="0"/>
                  </a:lnTo>
                  <a:lnTo>
                    <a:pt x="3301807" y="0"/>
                  </a:lnTo>
                  <a:lnTo>
                    <a:pt x="3343234" y="8240"/>
                  </a:lnTo>
                  <a:lnTo>
                    <a:pt x="3378355" y="31707"/>
                  </a:lnTo>
                  <a:lnTo>
                    <a:pt x="3401822" y="66828"/>
                  </a:lnTo>
                  <a:lnTo>
                    <a:pt x="3410063" y="108255"/>
                  </a:lnTo>
                  <a:lnTo>
                    <a:pt x="3410063" y="2769548"/>
                  </a:lnTo>
                  <a:lnTo>
                    <a:pt x="3401822" y="2810975"/>
                  </a:lnTo>
                  <a:lnTo>
                    <a:pt x="3378355" y="2846096"/>
                  </a:lnTo>
                  <a:lnTo>
                    <a:pt x="3343234" y="2869563"/>
                  </a:lnTo>
                  <a:lnTo>
                    <a:pt x="3301807" y="28778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77365" y="2985392"/>
              <a:ext cx="3410585" cy="2877820"/>
            </a:xfrm>
            <a:custGeom>
              <a:avLst/>
              <a:gdLst/>
              <a:ahLst/>
              <a:cxnLst/>
              <a:rect l="l" t="t" r="r" b="b"/>
              <a:pathLst>
                <a:path w="3410585" h="2877820">
                  <a:moveTo>
                    <a:pt x="3301807" y="2877804"/>
                  </a:moveTo>
                  <a:lnTo>
                    <a:pt x="108255" y="2877804"/>
                  </a:lnTo>
                  <a:lnTo>
                    <a:pt x="97591" y="2877289"/>
                  </a:lnTo>
                  <a:lnTo>
                    <a:pt x="57172" y="2865006"/>
                  </a:lnTo>
                  <a:lnTo>
                    <a:pt x="24530" y="2838191"/>
                  </a:lnTo>
                  <a:lnTo>
                    <a:pt x="4635" y="2800926"/>
                  </a:lnTo>
                  <a:lnTo>
                    <a:pt x="0" y="2769548"/>
                  </a:lnTo>
                  <a:lnTo>
                    <a:pt x="0" y="108255"/>
                  </a:lnTo>
                  <a:lnTo>
                    <a:pt x="8240" y="66828"/>
                  </a:lnTo>
                  <a:lnTo>
                    <a:pt x="31707" y="31707"/>
                  </a:lnTo>
                  <a:lnTo>
                    <a:pt x="66828" y="8240"/>
                  </a:lnTo>
                  <a:lnTo>
                    <a:pt x="108255" y="0"/>
                  </a:lnTo>
                  <a:lnTo>
                    <a:pt x="3301807" y="0"/>
                  </a:lnTo>
                  <a:lnTo>
                    <a:pt x="3343234" y="8240"/>
                  </a:lnTo>
                  <a:lnTo>
                    <a:pt x="3361653" y="18042"/>
                  </a:lnTo>
                  <a:lnTo>
                    <a:pt x="102332" y="18042"/>
                  </a:lnTo>
                  <a:lnTo>
                    <a:pt x="96465" y="18620"/>
                  </a:lnTo>
                  <a:lnTo>
                    <a:pt x="53210" y="36537"/>
                  </a:lnTo>
                  <a:lnTo>
                    <a:pt x="27176" y="68259"/>
                  </a:lnTo>
                  <a:lnTo>
                    <a:pt x="18042" y="102332"/>
                  </a:lnTo>
                  <a:lnTo>
                    <a:pt x="18042" y="2775471"/>
                  </a:lnTo>
                  <a:lnTo>
                    <a:pt x="29955" y="2814742"/>
                  </a:lnTo>
                  <a:lnTo>
                    <a:pt x="63061" y="2847848"/>
                  </a:lnTo>
                  <a:lnTo>
                    <a:pt x="102332" y="2859761"/>
                  </a:lnTo>
                  <a:lnTo>
                    <a:pt x="3361652" y="2859761"/>
                  </a:lnTo>
                  <a:lnTo>
                    <a:pt x="3352889" y="2865006"/>
                  </a:lnTo>
                  <a:lnTo>
                    <a:pt x="3343234" y="2869563"/>
                  </a:lnTo>
                  <a:lnTo>
                    <a:pt x="3333184" y="2873168"/>
                  </a:lnTo>
                  <a:lnTo>
                    <a:pt x="3322930" y="2875744"/>
                  </a:lnTo>
                  <a:lnTo>
                    <a:pt x="3312471" y="2877289"/>
                  </a:lnTo>
                  <a:lnTo>
                    <a:pt x="3301807" y="2877804"/>
                  </a:lnTo>
                  <a:close/>
                </a:path>
                <a:path w="3410585" h="2877820">
                  <a:moveTo>
                    <a:pt x="3361652" y="2859761"/>
                  </a:moveTo>
                  <a:lnTo>
                    <a:pt x="3307730" y="2859761"/>
                  </a:lnTo>
                  <a:lnTo>
                    <a:pt x="3313596" y="2859184"/>
                  </a:lnTo>
                  <a:lnTo>
                    <a:pt x="3325216" y="2856872"/>
                  </a:lnTo>
                  <a:lnTo>
                    <a:pt x="3361408" y="2837526"/>
                  </a:lnTo>
                  <a:lnTo>
                    <a:pt x="3387419" y="2798598"/>
                  </a:lnTo>
                  <a:lnTo>
                    <a:pt x="3392020" y="2775471"/>
                  </a:lnTo>
                  <a:lnTo>
                    <a:pt x="3392020" y="102332"/>
                  </a:lnTo>
                  <a:lnTo>
                    <a:pt x="3391553" y="97591"/>
                  </a:lnTo>
                  <a:lnTo>
                    <a:pt x="3391442" y="96465"/>
                  </a:lnTo>
                  <a:lnTo>
                    <a:pt x="3373525" y="53210"/>
                  </a:lnTo>
                  <a:lnTo>
                    <a:pt x="3341802" y="27176"/>
                  </a:lnTo>
                  <a:lnTo>
                    <a:pt x="3307730" y="18042"/>
                  </a:lnTo>
                  <a:lnTo>
                    <a:pt x="3361653" y="18042"/>
                  </a:lnTo>
                  <a:lnTo>
                    <a:pt x="3391835" y="48100"/>
                  </a:lnTo>
                  <a:lnTo>
                    <a:pt x="3408002" y="87132"/>
                  </a:lnTo>
                  <a:lnTo>
                    <a:pt x="3410063" y="2769548"/>
                  </a:lnTo>
                  <a:lnTo>
                    <a:pt x="3409547" y="2780212"/>
                  </a:lnTo>
                  <a:lnTo>
                    <a:pt x="3397265" y="2820631"/>
                  </a:lnTo>
                  <a:lnTo>
                    <a:pt x="3370450" y="2853273"/>
                  </a:lnTo>
                  <a:lnTo>
                    <a:pt x="3361961" y="2859576"/>
                  </a:lnTo>
                  <a:lnTo>
                    <a:pt x="3361652" y="2859761"/>
                  </a:lnTo>
                  <a:close/>
                </a:path>
              </a:pathLst>
            </a:custGeom>
            <a:solidFill>
              <a:srgbClr val="4A8FE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407" y="3003435"/>
              <a:ext cx="3373977" cy="2598143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582707" y="5576282"/>
            <a:ext cx="542290" cy="2032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50" spc="-215">
                <a:solidFill>
                  <a:srgbClr val="333333"/>
                </a:solidFill>
                <a:latin typeface="Dotum"/>
                <a:cs typeface="Dotum"/>
              </a:rPr>
              <a:t>파일</a:t>
            </a:r>
            <a:r>
              <a:rPr dirty="0" sz="1150" spc="-105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75">
                <a:solidFill>
                  <a:srgbClr val="333333"/>
                </a:solidFill>
                <a:latin typeface="Dotum"/>
                <a:cs typeface="Dotum"/>
              </a:rPr>
              <a:t>병합</a:t>
            </a:r>
            <a:endParaRPr sz="1150">
              <a:latin typeface="Dotum"/>
              <a:cs typeface="Dotum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111751" y="2910840"/>
            <a:ext cx="3749040" cy="3206750"/>
            <a:chOff x="4111751" y="2910840"/>
            <a:chExt cx="3749040" cy="3206750"/>
          </a:xfrm>
        </p:grpSpPr>
        <p:sp>
          <p:nvSpPr>
            <p:cNvPr id="11" name="object 11" descr=""/>
            <p:cNvSpPr/>
            <p:nvPr/>
          </p:nvSpPr>
          <p:spPr>
            <a:xfrm>
              <a:off x="4111739" y="2910852"/>
              <a:ext cx="3749040" cy="3206750"/>
            </a:xfrm>
            <a:custGeom>
              <a:avLst/>
              <a:gdLst/>
              <a:ahLst/>
              <a:cxnLst/>
              <a:rect l="l" t="t" r="r" b="b"/>
              <a:pathLst>
                <a:path w="3749040" h="3206750">
                  <a:moveTo>
                    <a:pt x="3749040" y="0"/>
                  </a:moveTo>
                  <a:lnTo>
                    <a:pt x="3574427" y="0"/>
                  </a:lnTo>
                  <a:lnTo>
                    <a:pt x="3574427" y="182803"/>
                  </a:lnTo>
                  <a:lnTo>
                    <a:pt x="3574427" y="2844088"/>
                  </a:lnTo>
                  <a:lnTo>
                    <a:pt x="3566871" y="2882074"/>
                  </a:lnTo>
                  <a:lnTo>
                    <a:pt x="3545357" y="2914269"/>
                  </a:lnTo>
                  <a:lnTo>
                    <a:pt x="3513163" y="2935770"/>
                  </a:lnTo>
                  <a:lnTo>
                    <a:pt x="3475190" y="2943326"/>
                  </a:lnTo>
                  <a:lnTo>
                    <a:pt x="272618" y="2943326"/>
                  </a:lnTo>
                  <a:lnTo>
                    <a:pt x="234645" y="2935770"/>
                  </a:lnTo>
                  <a:lnTo>
                    <a:pt x="202450" y="2914269"/>
                  </a:lnTo>
                  <a:lnTo>
                    <a:pt x="180936" y="2882074"/>
                  </a:lnTo>
                  <a:lnTo>
                    <a:pt x="173380" y="2844088"/>
                  </a:lnTo>
                  <a:lnTo>
                    <a:pt x="173380" y="182803"/>
                  </a:lnTo>
                  <a:lnTo>
                    <a:pt x="180936" y="144830"/>
                  </a:lnTo>
                  <a:lnTo>
                    <a:pt x="202450" y="112636"/>
                  </a:lnTo>
                  <a:lnTo>
                    <a:pt x="234645" y="91122"/>
                  </a:lnTo>
                  <a:lnTo>
                    <a:pt x="272618" y="83566"/>
                  </a:lnTo>
                  <a:lnTo>
                    <a:pt x="3475190" y="83566"/>
                  </a:lnTo>
                  <a:lnTo>
                    <a:pt x="3513163" y="91122"/>
                  </a:lnTo>
                  <a:lnTo>
                    <a:pt x="3545357" y="112636"/>
                  </a:lnTo>
                  <a:lnTo>
                    <a:pt x="3566871" y="144830"/>
                  </a:lnTo>
                  <a:lnTo>
                    <a:pt x="3574427" y="182803"/>
                  </a:lnTo>
                  <a:lnTo>
                    <a:pt x="3574427" y="0"/>
                  </a:lnTo>
                  <a:lnTo>
                    <a:pt x="0" y="0"/>
                  </a:lnTo>
                  <a:lnTo>
                    <a:pt x="0" y="3206496"/>
                  </a:lnTo>
                  <a:lnTo>
                    <a:pt x="3749040" y="3206496"/>
                  </a:lnTo>
                  <a:lnTo>
                    <a:pt x="3749040" y="2943326"/>
                  </a:lnTo>
                  <a:lnTo>
                    <a:pt x="3749040" y="83566"/>
                  </a:lnTo>
                  <a:lnTo>
                    <a:pt x="3749040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276111" y="2985392"/>
              <a:ext cx="3419475" cy="2877820"/>
            </a:xfrm>
            <a:custGeom>
              <a:avLst/>
              <a:gdLst/>
              <a:ahLst/>
              <a:cxnLst/>
              <a:rect l="l" t="t" r="r" b="b"/>
              <a:pathLst>
                <a:path w="3419475" h="2877820">
                  <a:moveTo>
                    <a:pt x="3310829" y="2877804"/>
                  </a:moveTo>
                  <a:lnTo>
                    <a:pt x="108255" y="2877804"/>
                  </a:lnTo>
                  <a:lnTo>
                    <a:pt x="97591" y="2877289"/>
                  </a:lnTo>
                  <a:lnTo>
                    <a:pt x="57172" y="2865006"/>
                  </a:lnTo>
                  <a:lnTo>
                    <a:pt x="24530" y="2838191"/>
                  </a:lnTo>
                  <a:lnTo>
                    <a:pt x="4635" y="2800926"/>
                  </a:lnTo>
                  <a:lnTo>
                    <a:pt x="0" y="2769548"/>
                  </a:lnTo>
                  <a:lnTo>
                    <a:pt x="0" y="108255"/>
                  </a:lnTo>
                  <a:lnTo>
                    <a:pt x="8240" y="66828"/>
                  </a:lnTo>
                  <a:lnTo>
                    <a:pt x="31707" y="31707"/>
                  </a:lnTo>
                  <a:lnTo>
                    <a:pt x="66828" y="8240"/>
                  </a:lnTo>
                  <a:lnTo>
                    <a:pt x="108255" y="0"/>
                  </a:lnTo>
                  <a:lnTo>
                    <a:pt x="3310829" y="0"/>
                  </a:lnTo>
                  <a:lnTo>
                    <a:pt x="3352256" y="8240"/>
                  </a:lnTo>
                  <a:lnTo>
                    <a:pt x="3387377" y="31707"/>
                  </a:lnTo>
                  <a:lnTo>
                    <a:pt x="3410844" y="66828"/>
                  </a:lnTo>
                  <a:lnTo>
                    <a:pt x="3419085" y="108255"/>
                  </a:lnTo>
                  <a:lnTo>
                    <a:pt x="3419085" y="2769548"/>
                  </a:lnTo>
                  <a:lnTo>
                    <a:pt x="3410844" y="2810975"/>
                  </a:lnTo>
                  <a:lnTo>
                    <a:pt x="3387377" y="2846096"/>
                  </a:lnTo>
                  <a:lnTo>
                    <a:pt x="3352256" y="2869563"/>
                  </a:lnTo>
                  <a:lnTo>
                    <a:pt x="3310829" y="28778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276111" y="2985392"/>
              <a:ext cx="3419475" cy="2877820"/>
            </a:xfrm>
            <a:custGeom>
              <a:avLst/>
              <a:gdLst/>
              <a:ahLst/>
              <a:cxnLst/>
              <a:rect l="l" t="t" r="r" b="b"/>
              <a:pathLst>
                <a:path w="3419475" h="2877820">
                  <a:moveTo>
                    <a:pt x="3310828" y="2877804"/>
                  </a:moveTo>
                  <a:lnTo>
                    <a:pt x="108255" y="2877804"/>
                  </a:lnTo>
                  <a:lnTo>
                    <a:pt x="97591" y="2877289"/>
                  </a:lnTo>
                  <a:lnTo>
                    <a:pt x="57172" y="2865006"/>
                  </a:lnTo>
                  <a:lnTo>
                    <a:pt x="24530" y="2838191"/>
                  </a:lnTo>
                  <a:lnTo>
                    <a:pt x="4635" y="2800926"/>
                  </a:lnTo>
                  <a:lnTo>
                    <a:pt x="0" y="2769548"/>
                  </a:lnTo>
                  <a:lnTo>
                    <a:pt x="0" y="108255"/>
                  </a:lnTo>
                  <a:lnTo>
                    <a:pt x="8240" y="66828"/>
                  </a:lnTo>
                  <a:lnTo>
                    <a:pt x="31707" y="31707"/>
                  </a:lnTo>
                  <a:lnTo>
                    <a:pt x="66828" y="8240"/>
                  </a:lnTo>
                  <a:lnTo>
                    <a:pt x="108255" y="0"/>
                  </a:lnTo>
                  <a:lnTo>
                    <a:pt x="3310828" y="0"/>
                  </a:lnTo>
                  <a:lnTo>
                    <a:pt x="3352256" y="8240"/>
                  </a:lnTo>
                  <a:lnTo>
                    <a:pt x="3370675" y="18042"/>
                  </a:lnTo>
                  <a:lnTo>
                    <a:pt x="102332" y="18042"/>
                  </a:lnTo>
                  <a:lnTo>
                    <a:pt x="96465" y="18620"/>
                  </a:lnTo>
                  <a:lnTo>
                    <a:pt x="53210" y="36537"/>
                  </a:lnTo>
                  <a:lnTo>
                    <a:pt x="27175" y="68259"/>
                  </a:lnTo>
                  <a:lnTo>
                    <a:pt x="18042" y="102332"/>
                  </a:lnTo>
                  <a:lnTo>
                    <a:pt x="18042" y="2775471"/>
                  </a:lnTo>
                  <a:lnTo>
                    <a:pt x="29954" y="2814742"/>
                  </a:lnTo>
                  <a:lnTo>
                    <a:pt x="63060" y="2847848"/>
                  </a:lnTo>
                  <a:lnTo>
                    <a:pt x="102332" y="2859761"/>
                  </a:lnTo>
                  <a:lnTo>
                    <a:pt x="3370674" y="2859761"/>
                  </a:lnTo>
                  <a:lnTo>
                    <a:pt x="3361912" y="2865006"/>
                  </a:lnTo>
                  <a:lnTo>
                    <a:pt x="3352256" y="2869563"/>
                  </a:lnTo>
                  <a:lnTo>
                    <a:pt x="3342207" y="2873168"/>
                  </a:lnTo>
                  <a:lnTo>
                    <a:pt x="3331952" y="2875744"/>
                  </a:lnTo>
                  <a:lnTo>
                    <a:pt x="3321493" y="2877289"/>
                  </a:lnTo>
                  <a:lnTo>
                    <a:pt x="3310828" y="2877804"/>
                  </a:lnTo>
                  <a:close/>
                </a:path>
                <a:path w="3419475" h="2877820">
                  <a:moveTo>
                    <a:pt x="3370674" y="2859761"/>
                  </a:moveTo>
                  <a:lnTo>
                    <a:pt x="3316751" y="2859761"/>
                  </a:lnTo>
                  <a:lnTo>
                    <a:pt x="3322617" y="2859184"/>
                  </a:lnTo>
                  <a:lnTo>
                    <a:pt x="3334237" y="2856872"/>
                  </a:lnTo>
                  <a:lnTo>
                    <a:pt x="3370429" y="2837526"/>
                  </a:lnTo>
                  <a:lnTo>
                    <a:pt x="3396440" y="2798598"/>
                  </a:lnTo>
                  <a:lnTo>
                    <a:pt x="3401041" y="2775471"/>
                  </a:lnTo>
                  <a:lnTo>
                    <a:pt x="3401041" y="102332"/>
                  </a:lnTo>
                  <a:lnTo>
                    <a:pt x="3400574" y="97591"/>
                  </a:lnTo>
                  <a:lnTo>
                    <a:pt x="3400463" y="96465"/>
                  </a:lnTo>
                  <a:lnTo>
                    <a:pt x="3382546" y="53210"/>
                  </a:lnTo>
                  <a:lnTo>
                    <a:pt x="3350823" y="27176"/>
                  </a:lnTo>
                  <a:lnTo>
                    <a:pt x="3316751" y="18042"/>
                  </a:lnTo>
                  <a:lnTo>
                    <a:pt x="3370675" y="18042"/>
                  </a:lnTo>
                  <a:lnTo>
                    <a:pt x="3400857" y="48100"/>
                  </a:lnTo>
                  <a:lnTo>
                    <a:pt x="3417024" y="87132"/>
                  </a:lnTo>
                  <a:lnTo>
                    <a:pt x="3419085" y="2769548"/>
                  </a:lnTo>
                  <a:lnTo>
                    <a:pt x="3418569" y="2780212"/>
                  </a:lnTo>
                  <a:lnTo>
                    <a:pt x="3406287" y="2820631"/>
                  </a:lnTo>
                  <a:lnTo>
                    <a:pt x="3379472" y="2853273"/>
                  </a:lnTo>
                  <a:lnTo>
                    <a:pt x="3370983" y="2859576"/>
                  </a:lnTo>
                  <a:lnTo>
                    <a:pt x="3370674" y="2859761"/>
                  </a:lnTo>
                  <a:close/>
                </a:path>
              </a:pathLst>
            </a:custGeom>
            <a:solidFill>
              <a:srgbClr val="4A8FE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4153" y="3003435"/>
              <a:ext cx="3382999" cy="2336524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5656360" y="5459004"/>
            <a:ext cx="662305" cy="2032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50" spc="-220">
                <a:solidFill>
                  <a:srgbClr val="333333"/>
                </a:solidFill>
                <a:latin typeface="Dotum"/>
                <a:cs typeface="Dotum"/>
              </a:rPr>
              <a:t>자동화</a:t>
            </a:r>
            <a:r>
              <a:rPr dirty="0" sz="115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70">
                <a:solidFill>
                  <a:srgbClr val="333333"/>
                </a:solidFill>
                <a:latin typeface="Dotum"/>
                <a:cs typeface="Dotum"/>
              </a:rPr>
              <a:t>도구</a:t>
            </a:r>
            <a:endParaRPr sz="1150">
              <a:latin typeface="Dotum"/>
              <a:cs typeface="Dotum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7818119" y="2910840"/>
            <a:ext cx="3740150" cy="3206750"/>
            <a:chOff x="7818119" y="2910840"/>
            <a:chExt cx="3740150" cy="3206750"/>
          </a:xfrm>
        </p:grpSpPr>
        <p:sp>
          <p:nvSpPr>
            <p:cNvPr id="17" name="object 17" descr=""/>
            <p:cNvSpPr/>
            <p:nvPr/>
          </p:nvSpPr>
          <p:spPr>
            <a:xfrm>
              <a:off x="7818107" y="2910852"/>
              <a:ext cx="3740150" cy="3206750"/>
            </a:xfrm>
            <a:custGeom>
              <a:avLst/>
              <a:gdLst/>
              <a:ahLst/>
              <a:cxnLst/>
              <a:rect l="l" t="t" r="r" b="b"/>
              <a:pathLst>
                <a:path w="3740150" h="3206750">
                  <a:moveTo>
                    <a:pt x="3739896" y="0"/>
                  </a:moveTo>
                  <a:lnTo>
                    <a:pt x="3566807" y="0"/>
                  </a:lnTo>
                  <a:lnTo>
                    <a:pt x="3566807" y="182803"/>
                  </a:lnTo>
                  <a:lnTo>
                    <a:pt x="3566807" y="2844088"/>
                  </a:lnTo>
                  <a:lnTo>
                    <a:pt x="3559251" y="2882074"/>
                  </a:lnTo>
                  <a:lnTo>
                    <a:pt x="3537737" y="2914269"/>
                  </a:lnTo>
                  <a:lnTo>
                    <a:pt x="3505543" y="2935770"/>
                  </a:lnTo>
                  <a:lnTo>
                    <a:pt x="3467570" y="2943326"/>
                  </a:lnTo>
                  <a:lnTo>
                    <a:pt x="274015" y="2943326"/>
                  </a:lnTo>
                  <a:lnTo>
                    <a:pt x="236042" y="2935770"/>
                  </a:lnTo>
                  <a:lnTo>
                    <a:pt x="203847" y="2914269"/>
                  </a:lnTo>
                  <a:lnTo>
                    <a:pt x="182333" y="2882074"/>
                  </a:lnTo>
                  <a:lnTo>
                    <a:pt x="174790" y="2844088"/>
                  </a:lnTo>
                  <a:lnTo>
                    <a:pt x="174790" y="182803"/>
                  </a:lnTo>
                  <a:lnTo>
                    <a:pt x="182333" y="144830"/>
                  </a:lnTo>
                  <a:lnTo>
                    <a:pt x="203847" y="112636"/>
                  </a:lnTo>
                  <a:lnTo>
                    <a:pt x="236042" y="91122"/>
                  </a:lnTo>
                  <a:lnTo>
                    <a:pt x="274015" y="83566"/>
                  </a:lnTo>
                  <a:lnTo>
                    <a:pt x="3467570" y="83566"/>
                  </a:lnTo>
                  <a:lnTo>
                    <a:pt x="3505543" y="91122"/>
                  </a:lnTo>
                  <a:lnTo>
                    <a:pt x="3537737" y="112636"/>
                  </a:lnTo>
                  <a:lnTo>
                    <a:pt x="3559251" y="144830"/>
                  </a:lnTo>
                  <a:lnTo>
                    <a:pt x="3566807" y="182803"/>
                  </a:lnTo>
                  <a:lnTo>
                    <a:pt x="3566807" y="0"/>
                  </a:lnTo>
                  <a:lnTo>
                    <a:pt x="0" y="0"/>
                  </a:lnTo>
                  <a:lnTo>
                    <a:pt x="0" y="3206496"/>
                  </a:lnTo>
                  <a:lnTo>
                    <a:pt x="3739896" y="3206496"/>
                  </a:lnTo>
                  <a:lnTo>
                    <a:pt x="3739896" y="2943326"/>
                  </a:lnTo>
                  <a:lnTo>
                    <a:pt x="3739896" y="83566"/>
                  </a:lnTo>
                  <a:lnTo>
                    <a:pt x="3739896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983878" y="2985392"/>
              <a:ext cx="3410585" cy="2877820"/>
            </a:xfrm>
            <a:custGeom>
              <a:avLst/>
              <a:gdLst/>
              <a:ahLst/>
              <a:cxnLst/>
              <a:rect l="l" t="t" r="r" b="b"/>
              <a:pathLst>
                <a:path w="3410584" h="2877820">
                  <a:moveTo>
                    <a:pt x="3301807" y="2877804"/>
                  </a:moveTo>
                  <a:lnTo>
                    <a:pt x="108255" y="2877804"/>
                  </a:lnTo>
                  <a:lnTo>
                    <a:pt x="97591" y="2877289"/>
                  </a:lnTo>
                  <a:lnTo>
                    <a:pt x="57172" y="2865006"/>
                  </a:lnTo>
                  <a:lnTo>
                    <a:pt x="24530" y="2838191"/>
                  </a:lnTo>
                  <a:lnTo>
                    <a:pt x="4635" y="2800926"/>
                  </a:lnTo>
                  <a:lnTo>
                    <a:pt x="0" y="2769548"/>
                  </a:lnTo>
                  <a:lnTo>
                    <a:pt x="0" y="108255"/>
                  </a:lnTo>
                  <a:lnTo>
                    <a:pt x="8240" y="66828"/>
                  </a:lnTo>
                  <a:lnTo>
                    <a:pt x="31707" y="31707"/>
                  </a:lnTo>
                  <a:lnTo>
                    <a:pt x="66828" y="8240"/>
                  </a:lnTo>
                  <a:lnTo>
                    <a:pt x="108255" y="0"/>
                  </a:lnTo>
                  <a:lnTo>
                    <a:pt x="3301807" y="0"/>
                  </a:lnTo>
                  <a:lnTo>
                    <a:pt x="3343234" y="8240"/>
                  </a:lnTo>
                  <a:lnTo>
                    <a:pt x="3378355" y="31707"/>
                  </a:lnTo>
                  <a:lnTo>
                    <a:pt x="3401821" y="66828"/>
                  </a:lnTo>
                  <a:lnTo>
                    <a:pt x="3410063" y="108255"/>
                  </a:lnTo>
                  <a:lnTo>
                    <a:pt x="3410063" y="2769548"/>
                  </a:lnTo>
                  <a:lnTo>
                    <a:pt x="3401821" y="2810975"/>
                  </a:lnTo>
                  <a:lnTo>
                    <a:pt x="3378355" y="2846096"/>
                  </a:lnTo>
                  <a:lnTo>
                    <a:pt x="3343234" y="2869563"/>
                  </a:lnTo>
                  <a:lnTo>
                    <a:pt x="3301807" y="28778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983878" y="2985392"/>
              <a:ext cx="3410585" cy="2877820"/>
            </a:xfrm>
            <a:custGeom>
              <a:avLst/>
              <a:gdLst/>
              <a:ahLst/>
              <a:cxnLst/>
              <a:rect l="l" t="t" r="r" b="b"/>
              <a:pathLst>
                <a:path w="3410584" h="2877820">
                  <a:moveTo>
                    <a:pt x="3301806" y="2877804"/>
                  </a:moveTo>
                  <a:lnTo>
                    <a:pt x="108255" y="2877804"/>
                  </a:lnTo>
                  <a:lnTo>
                    <a:pt x="97591" y="2877289"/>
                  </a:lnTo>
                  <a:lnTo>
                    <a:pt x="57172" y="2865006"/>
                  </a:lnTo>
                  <a:lnTo>
                    <a:pt x="24530" y="2838191"/>
                  </a:lnTo>
                  <a:lnTo>
                    <a:pt x="4635" y="2800926"/>
                  </a:lnTo>
                  <a:lnTo>
                    <a:pt x="0" y="2769548"/>
                  </a:lnTo>
                  <a:lnTo>
                    <a:pt x="0" y="108255"/>
                  </a:lnTo>
                  <a:lnTo>
                    <a:pt x="8240" y="66828"/>
                  </a:lnTo>
                  <a:lnTo>
                    <a:pt x="31707" y="31707"/>
                  </a:lnTo>
                  <a:lnTo>
                    <a:pt x="66828" y="8240"/>
                  </a:lnTo>
                  <a:lnTo>
                    <a:pt x="108255" y="0"/>
                  </a:lnTo>
                  <a:lnTo>
                    <a:pt x="3301806" y="0"/>
                  </a:lnTo>
                  <a:lnTo>
                    <a:pt x="3343234" y="8240"/>
                  </a:lnTo>
                  <a:lnTo>
                    <a:pt x="3361652" y="18042"/>
                  </a:lnTo>
                  <a:lnTo>
                    <a:pt x="102331" y="18042"/>
                  </a:lnTo>
                  <a:lnTo>
                    <a:pt x="96465" y="18620"/>
                  </a:lnTo>
                  <a:lnTo>
                    <a:pt x="53209" y="36537"/>
                  </a:lnTo>
                  <a:lnTo>
                    <a:pt x="27175" y="68259"/>
                  </a:lnTo>
                  <a:lnTo>
                    <a:pt x="18041" y="102332"/>
                  </a:lnTo>
                  <a:lnTo>
                    <a:pt x="18041" y="2775471"/>
                  </a:lnTo>
                  <a:lnTo>
                    <a:pt x="18508" y="2780212"/>
                  </a:lnTo>
                  <a:lnTo>
                    <a:pt x="18619" y="2781338"/>
                  </a:lnTo>
                  <a:lnTo>
                    <a:pt x="36535" y="2824593"/>
                  </a:lnTo>
                  <a:lnTo>
                    <a:pt x="68258" y="2850627"/>
                  </a:lnTo>
                  <a:lnTo>
                    <a:pt x="102331" y="2859761"/>
                  </a:lnTo>
                  <a:lnTo>
                    <a:pt x="3361652" y="2859761"/>
                  </a:lnTo>
                  <a:lnTo>
                    <a:pt x="3352889" y="2865006"/>
                  </a:lnTo>
                  <a:lnTo>
                    <a:pt x="3343234" y="2869563"/>
                  </a:lnTo>
                  <a:lnTo>
                    <a:pt x="3333184" y="2873168"/>
                  </a:lnTo>
                  <a:lnTo>
                    <a:pt x="3322930" y="2875744"/>
                  </a:lnTo>
                  <a:lnTo>
                    <a:pt x="3312471" y="2877289"/>
                  </a:lnTo>
                  <a:lnTo>
                    <a:pt x="3301806" y="2877804"/>
                  </a:lnTo>
                  <a:close/>
                </a:path>
                <a:path w="3410584" h="2877820">
                  <a:moveTo>
                    <a:pt x="3361652" y="2859761"/>
                  </a:moveTo>
                  <a:lnTo>
                    <a:pt x="3307729" y="2859761"/>
                  </a:lnTo>
                  <a:lnTo>
                    <a:pt x="3313595" y="2859184"/>
                  </a:lnTo>
                  <a:lnTo>
                    <a:pt x="3325215" y="2856872"/>
                  </a:lnTo>
                  <a:lnTo>
                    <a:pt x="3361407" y="2837526"/>
                  </a:lnTo>
                  <a:lnTo>
                    <a:pt x="3387418" y="2798598"/>
                  </a:lnTo>
                  <a:lnTo>
                    <a:pt x="3392019" y="2775471"/>
                  </a:lnTo>
                  <a:lnTo>
                    <a:pt x="3392019" y="102332"/>
                  </a:lnTo>
                  <a:lnTo>
                    <a:pt x="3391551" y="97591"/>
                  </a:lnTo>
                  <a:lnTo>
                    <a:pt x="3391440" y="96465"/>
                  </a:lnTo>
                  <a:lnTo>
                    <a:pt x="3373523" y="53210"/>
                  </a:lnTo>
                  <a:lnTo>
                    <a:pt x="3341801" y="27176"/>
                  </a:lnTo>
                  <a:lnTo>
                    <a:pt x="3307729" y="18042"/>
                  </a:lnTo>
                  <a:lnTo>
                    <a:pt x="3361652" y="18042"/>
                  </a:lnTo>
                  <a:lnTo>
                    <a:pt x="3391835" y="48100"/>
                  </a:lnTo>
                  <a:lnTo>
                    <a:pt x="3408002" y="87132"/>
                  </a:lnTo>
                  <a:lnTo>
                    <a:pt x="3410063" y="2769548"/>
                  </a:lnTo>
                  <a:lnTo>
                    <a:pt x="3409547" y="2780212"/>
                  </a:lnTo>
                  <a:lnTo>
                    <a:pt x="3397265" y="2820631"/>
                  </a:lnTo>
                  <a:lnTo>
                    <a:pt x="3370450" y="2853273"/>
                  </a:lnTo>
                  <a:lnTo>
                    <a:pt x="3361961" y="2859576"/>
                  </a:lnTo>
                  <a:lnTo>
                    <a:pt x="3361652" y="2859761"/>
                  </a:lnTo>
                  <a:close/>
                </a:path>
              </a:pathLst>
            </a:custGeom>
            <a:solidFill>
              <a:srgbClr val="4A8FE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1921" y="3003435"/>
              <a:ext cx="3373978" cy="2363588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9359335" y="5486068"/>
            <a:ext cx="662305" cy="2032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50" spc="-220">
                <a:solidFill>
                  <a:srgbClr val="333333"/>
                </a:solidFill>
                <a:latin typeface="Dotum"/>
                <a:cs typeface="Dotum"/>
              </a:rPr>
              <a:t>데이터</a:t>
            </a:r>
            <a:r>
              <a:rPr dirty="0" sz="1150" spc="-9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dirty="0" sz="1150" spc="-170">
                <a:solidFill>
                  <a:srgbClr val="333333"/>
                </a:solidFill>
                <a:latin typeface="Dotum"/>
                <a:cs typeface="Dotum"/>
              </a:rPr>
              <a:t>통합</a:t>
            </a:r>
            <a:endParaRPr sz="1150">
              <a:latin typeface="Dotum"/>
              <a:cs typeface="Dot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54055" y="0"/>
            <a:ext cx="1620926" cy="1621535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0" y="0"/>
            <a:ext cx="11975465" cy="6736080"/>
            <a:chOff x="0" y="0"/>
            <a:chExt cx="11975465" cy="673608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583935"/>
              <a:ext cx="1152143" cy="11519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1974982" cy="673592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73405">
              <a:lnSpc>
                <a:spcPct val="100000"/>
              </a:lnSpc>
              <a:spcBef>
                <a:spcPts val="95"/>
              </a:spcBef>
            </a:pPr>
            <a:r>
              <a:rPr dirty="0" spc="-570"/>
              <a:t>화면</a:t>
            </a:r>
            <a:r>
              <a:rPr dirty="0" spc="-430"/>
              <a:t> </a:t>
            </a:r>
            <a:r>
              <a:rPr dirty="0" spc="-570"/>
              <a:t>구성</a:t>
            </a:r>
            <a:r>
              <a:rPr dirty="0" spc="-430"/>
              <a:t> </a:t>
            </a:r>
            <a:r>
              <a:rPr dirty="0" spc="-570"/>
              <a:t>및</a:t>
            </a:r>
            <a:r>
              <a:rPr dirty="0" spc="-430"/>
              <a:t> </a:t>
            </a:r>
            <a:r>
              <a:rPr dirty="0" spc="-570"/>
              <a:t>주요</a:t>
            </a:r>
            <a:r>
              <a:rPr dirty="0" spc="-430"/>
              <a:t> </a:t>
            </a:r>
            <a:r>
              <a:rPr dirty="0" spc="-570"/>
              <a:t>기능</a:t>
            </a:r>
            <a:r>
              <a:rPr dirty="0" spc="-430"/>
              <a:t> </a:t>
            </a:r>
            <a:r>
              <a:rPr dirty="0" spc="-595"/>
              <a:t>개요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66858" y="1138810"/>
            <a:ext cx="292671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480" b="1">
                <a:solidFill>
                  <a:srgbClr val="4A8FE2"/>
                </a:solidFill>
                <a:latin typeface="Malgun Gothic"/>
                <a:cs typeface="Malgun Gothic"/>
              </a:rPr>
              <a:t>직관적인</a:t>
            </a:r>
            <a:r>
              <a:rPr dirty="0" sz="2500" spc="-320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sz="2400" spc="-365" b="1">
                <a:solidFill>
                  <a:srgbClr val="4A8FE2"/>
                </a:solidFill>
                <a:latin typeface="Lucida Sans"/>
                <a:cs typeface="Lucida Sans"/>
              </a:rPr>
              <a:t>3</a:t>
            </a:r>
            <a:r>
              <a:rPr dirty="0" sz="2500" spc="-365" b="1">
                <a:solidFill>
                  <a:srgbClr val="4A8FE2"/>
                </a:solidFill>
                <a:latin typeface="Malgun Gothic"/>
                <a:cs typeface="Malgun Gothic"/>
              </a:rPr>
              <a:t>단계</a:t>
            </a:r>
            <a:r>
              <a:rPr dirty="0" sz="2500" spc="-315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sz="2500" spc="-500" b="1">
                <a:solidFill>
                  <a:srgbClr val="4A8FE2"/>
                </a:solidFill>
                <a:latin typeface="Malgun Gothic"/>
                <a:cs typeface="Malgun Gothic"/>
              </a:rPr>
              <a:t>프로세스</a:t>
            </a:r>
            <a:endParaRPr sz="2500">
              <a:latin typeface="Malgun Gothic"/>
              <a:cs typeface="Malgun Gothic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66858" y="3502322"/>
            <a:ext cx="274828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480" b="1">
                <a:solidFill>
                  <a:srgbClr val="4A8FE2"/>
                </a:solidFill>
                <a:latin typeface="Malgun Gothic"/>
                <a:cs typeface="Malgun Gothic"/>
              </a:rPr>
              <a:t>중앙</a:t>
            </a:r>
            <a:r>
              <a:rPr dirty="0" sz="2500" spc="-320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sz="2500" spc="-480" b="1">
                <a:solidFill>
                  <a:srgbClr val="4A8FE2"/>
                </a:solidFill>
                <a:latin typeface="Malgun Gothic"/>
                <a:cs typeface="Malgun Gothic"/>
              </a:rPr>
              <a:t>집중형</a:t>
            </a:r>
            <a:r>
              <a:rPr dirty="0" sz="2500" spc="-320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sz="2500" spc="-490" b="1">
                <a:solidFill>
                  <a:srgbClr val="4A8FE2"/>
                </a:solidFill>
                <a:latin typeface="Malgun Gothic"/>
                <a:cs typeface="Malgun Gothic"/>
              </a:rPr>
              <a:t>인터페이스</a:t>
            </a:r>
            <a:endParaRPr sz="2500">
              <a:latin typeface="Malgun Gothic"/>
              <a:cs typeface="Malgun Gothic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14527" y="1691639"/>
            <a:ext cx="3789045" cy="1536700"/>
            <a:chOff x="414527" y="1691639"/>
            <a:chExt cx="3789045" cy="1536700"/>
          </a:xfrm>
        </p:grpSpPr>
        <p:sp>
          <p:nvSpPr>
            <p:cNvPr id="10" name="object 10" descr=""/>
            <p:cNvSpPr/>
            <p:nvPr/>
          </p:nvSpPr>
          <p:spPr>
            <a:xfrm>
              <a:off x="414515" y="1691652"/>
              <a:ext cx="3789045" cy="1536700"/>
            </a:xfrm>
            <a:custGeom>
              <a:avLst/>
              <a:gdLst/>
              <a:ahLst/>
              <a:cxnLst/>
              <a:rect l="l" t="t" r="r" b="b"/>
              <a:pathLst>
                <a:path w="3789045" h="1536700">
                  <a:moveTo>
                    <a:pt x="3788664" y="0"/>
                  </a:moveTo>
                  <a:lnTo>
                    <a:pt x="3615220" y="0"/>
                  </a:lnTo>
                  <a:lnTo>
                    <a:pt x="3615220" y="184480"/>
                  </a:lnTo>
                  <a:lnTo>
                    <a:pt x="3615220" y="1171536"/>
                  </a:lnTo>
                  <a:lnTo>
                    <a:pt x="3607638" y="1209662"/>
                  </a:lnTo>
                  <a:lnTo>
                    <a:pt x="3586048" y="1241983"/>
                  </a:lnTo>
                  <a:lnTo>
                    <a:pt x="3553726" y="1263573"/>
                  </a:lnTo>
                  <a:lnTo>
                    <a:pt x="3515614" y="1271155"/>
                  </a:lnTo>
                  <a:lnTo>
                    <a:pt x="273697" y="1271155"/>
                  </a:lnTo>
                  <a:lnTo>
                    <a:pt x="235585" y="1263573"/>
                  </a:lnTo>
                  <a:lnTo>
                    <a:pt x="203263" y="1241983"/>
                  </a:lnTo>
                  <a:lnTo>
                    <a:pt x="181673" y="1209662"/>
                  </a:lnTo>
                  <a:lnTo>
                    <a:pt x="174091" y="1171536"/>
                  </a:lnTo>
                  <a:lnTo>
                    <a:pt x="174091" y="184480"/>
                  </a:lnTo>
                  <a:lnTo>
                    <a:pt x="181673" y="146367"/>
                  </a:lnTo>
                  <a:lnTo>
                    <a:pt x="203263" y="114046"/>
                  </a:lnTo>
                  <a:lnTo>
                    <a:pt x="235585" y="92456"/>
                  </a:lnTo>
                  <a:lnTo>
                    <a:pt x="273697" y="84874"/>
                  </a:lnTo>
                  <a:lnTo>
                    <a:pt x="3515614" y="84874"/>
                  </a:lnTo>
                  <a:lnTo>
                    <a:pt x="3553726" y="92456"/>
                  </a:lnTo>
                  <a:lnTo>
                    <a:pt x="3586048" y="114046"/>
                  </a:lnTo>
                  <a:lnTo>
                    <a:pt x="3607638" y="146367"/>
                  </a:lnTo>
                  <a:lnTo>
                    <a:pt x="3615220" y="184480"/>
                  </a:lnTo>
                  <a:lnTo>
                    <a:pt x="3615220" y="0"/>
                  </a:lnTo>
                  <a:lnTo>
                    <a:pt x="0" y="0"/>
                  </a:lnTo>
                  <a:lnTo>
                    <a:pt x="0" y="1536192"/>
                  </a:lnTo>
                  <a:lnTo>
                    <a:pt x="3788664" y="1536192"/>
                  </a:lnTo>
                  <a:lnTo>
                    <a:pt x="3788664" y="1271155"/>
                  </a:lnTo>
                  <a:lnTo>
                    <a:pt x="3788664" y="84874"/>
                  </a:lnTo>
                  <a:lnTo>
                    <a:pt x="3788664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79558" y="1767461"/>
              <a:ext cx="3459479" cy="1204595"/>
            </a:xfrm>
            <a:custGeom>
              <a:avLst/>
              <a:gdLst/>
              <a:ahLst/>
              <a:cxnLst/>
              <a:rect l="l" t="t" r="r" b="b"/>
              <a:pathLst>
                <a:path w="3459479" h="1204595">
                  <a:moveTo>
                    <a:pt x="3350572" y="1204394"/>
                  </a:moveTo>
                  <a:lnTo>
                    <a:pt x="108667" y="1204394"/>
                  </a:lnTo>
                  <a:lnTo>
                    <a:pt x="97962" y="1203877"/>
                  </a:lnTo>
                  <a:lnTo>
                    <a:pt x="57389" y="1191548"/>
                  </a:lnTo>
                  <a:lnTo>
                    <a:pt x="24623" y="1164631"/>
                  </a:lnTo>
                  <a:lnTo>
                    <a:pt x="4652" y="1127224"/>
                  </a:lnTo>
                  <a:lnTo>
                    <a:pt x="0" y="1095727"/>
                  </a:lnTo>
                  <a:lnTo>
                    <a:pt x="0" y="108667"/>
                  </a:lnTo>
                  <a:lnTo>
                    <a:pt x="8271" y="67082"/>
                  </a:lnTo>
                  <a:lnTo>
                    <a:pt x="31827" y="31827"/>
                  </a:lnTo>
                  <a:lnTo>
                    <a:pt x="67082" y="8271"/>
                  </a:lnTo>
                  <a:lnTo>
                    <a:pt x="108667" y="0"/>
                  </a:lnTo>
                  <a:lnTo>
                    <a:pt x="3350572" y="0"/>
                  </a:lnTo>
                  <a:lnTo>
                    <a:pt x="3392157" y="8271"/>
                  </a:lnTo>
                  <a:lnTo>
                    <a:pt x="3427411" y="31827"/>
                  </a:lnTo>
                  <a:lnTo>
                    <a:pt x="3450967" y="67082"/>
                  </a:lnTo>
                  <a:lnTo>
                    <a:pt x="3459239" y="108667"/>
                  </a:lnTo>
                  <a:lnTo>
                    <a:pt x="3459239" y="1095727"/>
                  </a:lnTo>
                  <a:lnTo>
                    <a:pt x="3450967" y="1137312"/>
                  </a:lnTo>
                  <a:lnTo>
                    <a:pt x="3427411" y="1172566"/>
                  </a:lnTo>
                  <a:lnTo>
                    <a:pt x="3392157" y="1196122"/>
                  </a:lnTo>
                  <a:lnTo>
                    <a:pt x="3350572" y="12043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79558" y="1767461"/>
              <a:ext cx="3459479" cy="1204595"/>
            </a:xfrm>
            <a:custGeom>
              <a:avLst/>
              <a:gdLst/>
              <a:ahLst/>
              <a:cxnLst/>
              <a:rect l="l" t="t" r="r" b="b"/>
              <a:pathLst>
                <a:path w="3459479" h="1204595">
                  <a:moveTo>
                    <a:pt x="3350572" y="1204395"/>
                  </a:moveTo>
                  <a:lnTo>
                    <a:pt x="108667" y="1204395"/>
                  </a:lnTo>
                  <a:lnTo>
                    <a:pt x="97962" y="1203877"/>
                  </a:lnTo>
                  <a:lnTo>
                    <a:pt x="57389" y="1191548"/>
                  </a:lnTo>
                  <a:lnTo>
                    <a:pt x="24623" y="1164631"/>
                  </a:lnTo>
                  <a:lnTo>
                    <a:pt x="4652" y="1127225"/>
                  </a:lnTo>
                  <a:lnTo>
                    <a:pt x="0" y="1095727"/>
                  </a:lnTo>
                  <a:lnTo>
                    <a:pt x="0" y="108667"/>
                  </a:lnTo>
                  <a:lnTo>
                    <a:pt x="8271" y="67082"/>
                  </a:lnTo>
                  <a:lnTo>
                    <a:pt x="31827" y="31827"/>
                  </a:lnTo>
                  <a:lnTo>
                    <a:pt x="67082" y="8271"/>
                  </a:lnTo>
                  <a:lnTo>
                    <a:pt x="108667" y="0"/>
                  </a:lnTo>
                  <a:lnTo>
                    <a:pt x="3350572" y="0"/>
                  </a:lnTo>
                  <a:lnTo>
                    <a:pt x="3392157" y="8271"/>
                  </a:lnTo>
                  <a:lnTo>
                    <a:pt x="3410645" y="18111"/>
                  </a:lnTo>
                  <a:lnTo>
                    <a:pt x="102721" y="18111"/>
                  </a:lnTo>
                  <a:lnTo>
                    <a:pt x="96832" y="18691"/>
                  </a:lnTo>
                  <a:lnTo>
                    <a:pt x="53413" y="36675"/>
                  </a:lnTo>
                  <a:lnTo>
                    <a:pt x="27279" y="68519"/>
                  </a:lnTo>
                  <a:lnTo>
                    <a:pt x="18111" y="102721"/>
                  </a:lnTo>
                  <a:lnTo>
                    <a:pt x="18111" y="1101673"/>
                  </a:lnTo>
                  <a:lnTo>
                    <a:pt x="18579" y="1106432"/>
                  </a:lnTo>
                  <a:lnTo>
                    <a:pt x="18691" y="1107562"/>
                  </a:lnTo>
                  <a:lnTo>
                    <a:pt x="36676" y="1150981"/>
                  </a:lnTo>
                  <a:lnTo>
                    <a:pt x="68519" y="1177114"/>
                  </a:lnTo>
                  <a:lnTo>
                    <a:pt x="102721" y="1186283"/>
                  </a:lnTo>
                  <a:lnTo>
                    <a:pt x="3410645" y="1186283"/>
                  </a:lnTo>
                  <a:lnTo>
                    <a:pt x="3401849" y="1191548"/>
                  </a:lnTo>
                  <a:lnTo>
                    <a:pt x="3392157" y="1196123"/>
                  </a:lnTo>
                  <a:lnTo>
                    <a:pt x="3382069" y="1199741"/>
                  </a:lnTo>
                  <a:lnTo>
                    <a:pt x="3371776" y="1202326"/>
                  </a:lnTo>
                  <a:lnTo>
                    <a:pt x="3361277" y="1203877"/>
                  </a:lnTo>
                  <a:lnTo>
                    <a:pt x="3350572" y="1204395"/>
                  </a:lnTo>
                  <a:close/>
                </a:path>
                <a:path w="3459479" h="1204595">
                  <a:moveTo>
                    <a:pt x="3410645" y="1186283"/>
                  </a:moveTo>
                  <a:lnTo>
                    <a:pt x="3356518" y="1186283"/>
                  </a:lnTo>
                  <a:lnTo>
                    <a:pt x="3362406" y="1185703"/>
                  </a:lnTo>
                  <a:lnTo>
                    <a:pt x="3374070" y="1183383"/>
                  </a:lnTo>
                  <a:lnTo>
                    <a:pt x="3410400" y="1163964"/>
                  </a:lnTo>
                  <a:lnTo>
                    <a:pt x="3436510" y="1124888"/>
                  </a:lnTo>
                  <a:lnTo>
                    <a:pt x="3441128" y="1101673"/>
                  </a:lnTo>
                  <a:lnTo>
                    <a:pt x="3441128" y="102721"/>
                  </a:lnTo>
                  <a:lnTo>
                    <a:pt x="3429169" y="63300"/>
                  </a:lnTo>
                  <a:lnTo>
                    <a:pt x="3395938" y="30069"/>
                  </a:lnTo>
                  <a:lnTo>
                    <a:pt x="3356518" y="18111"/>
                  </a:lnTo>
                  <a:lnTo>
                    <a:pt x="3410645" y="18111"/>
                  </a:lnTo>
                  <a:lnTo>
                    <a:pt x="3440942" y="48283"/>
                  </a:lnTo>
                  <a:lnTo>
                    <a:pt x="3457171" y="87463"/>
                  </a:lnTo>
                  <a:lnTo>
                    <a:pt x="3459239" y="108667"/>
                  </a:lnTo>
                  <a:lnTo>
                    <a:pt x="3459239" y="1095727"/>
                  </a:lnTo>
                  <a:lnTo>
                    <a:pt x="3450967" y="1137312"/>
                  </a:lnTo>
                  <a:lnTo>
                    <a:pt x="3427411" y="1172567"/>
                  </a:lnTo>
                  <a:lnTo>
                    <a:pt x="3410955" y="1186098"/>
                  </a:lnTo>
                  <a:lnTo>
                    <a:pt x="3410645" y="1186283"/>
                  </a:lnTo>
                  <a:close/>
                </a:path>
              </a:pathLst>
            </a:custGeom>
            <a:solidFill>
              <a:srgbClr val="4A8FE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5004" y="2002907"/>
              <a:ext cx="362224" cy="362224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802304" y="2040060"/>
            <a:ext cx="2666365" cy="6800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56845">
              <a:lnSpc>
                <a:spcPct val="100000"/>
              </a:lnSpc>
              <a:spcBef>
                <a:spcPts val="130"/>
              </a:spcBef>
              <a:tabLst>
                <a:tab pos="519430" algn="l"/>
              </a:tabLst>
            </a:pPr>
            <a:r>
              <a:rPr dirty="0" baseline="1915" sz="2175" spc="-75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baseline="1915" sz="2175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450" spc="-80" b="1">
                <a:solidFill>
                  <a:srgbClr val="333333"/>
                </a:solidFill>
                <a:latin typeface="Arial"/>
                <a:cs typeface="Arial"/>
              </a:rPr>
              <a:t>Base</a:t>
            </a:r>
            <a:r>
              <a:rPr dirty="0" sz="1500" spc="-80" b="1">
                <a:solidFill>
                  <a:srgbClr val="333333"/>
                </a:solidFill>
                <a:latin typeface="Trebuchet MS"/>
                <a:cs typeface="Trebuchet MS"/>
              </a:rPr>
              <a:t>(</a:t>
            </a:r>
            <a:r>
              <a:rPr dirty="0" sz="1450" spc="-80" b="1">
                <a:solidFill>
                  <a:srgbClr val="333333"/>
                </a:solidFill>
                <a:latin typeface="Arial"/>
                <a:cs typeface="Arial"/>
              </a:rPr>
              <a:t>Template</a:t>
            </a:r>
            <a:r>
              <a:rPr dirty="0" sz="1500" spc="-80" b="1">
                <a:solidFill>
                  <a:srgbClr val="333333"/>
                </a:solidFill>
                <a:latin typeface="Trebuchet MS"/>
                <a:cs typeface="Trebuchet MS"/>
              </a:rPr>
              <a:t>)</a:t>
            </a:r>
            <a:r>
              <a:rPr dirty="0" sz="1500" spc="-70" b="1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500" spc="-290" b="1">
                <a:solidFill>
                  <a:srgbClr val="333333"/>
                </a:solidFill>
                <a:latin typeface="Malgun Gothic"/>
                <a:cs typeface="Malgun Gothic"/>
              </a:rPr>
              <a:t>파일</a:t>
            </a:r>
            <a:r>
              <a:rPr dirty="0" sz="1500" spc="-140" b="1">
                <a:solidFill>
                  <a:srgbClr val="333333"/>
                </a:solidFill>
                <a:latin typeface="Malgun Gothic"/>
                <a:cs typeface="Malgun Gothic"/>
              </a:rPr>
              <a:t> </a:t>
            </a:r>
            <a:r>
              <a:rPr dirty="0" sz="1500" spc="-315" b="1">
                <a:solidFill>
                  <a:srgbClr val="333333"/>
                </a:solidFill>
                <a:latin typeface="Malgun Gothic"/>
                <a:cs typeface="Malgun Gothic"/>
              </a:rPr>
              <a:t>업로드</a:t>
            </a:r>
            <a:endParaRPr sz="15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750"/>
              </a:spcBef>
            </a:pP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취합의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기준이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되는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파일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5">
                <a:solidFill>
                  <a:srgbClr val="4A5462"/>
                </a:solidFill>
                <a:latin typeface="Dotum"/>
                <a:cs typeface="Dotum"/>
              </a:rPr>
              <a:t>업로드</a:t>
            </a:r>
            <a:endParaRPr sz="1300">
              <a:latin typeface="Dotum"/>
              <a:cs typeface="Dotum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4090415" y="1691639"/>
            <a:ext cx="3789045" cy="1536700"/>
            <a:chOff x="4090415" y="1691639"/>
            <a:chExt cx="3789045" cy="1536700"/>
          </a:xfrm>
        </p:grpSpPr>
        <p:sp>
          <p:nvSpPr>
            <p:cNvPr id="16" name="object 16" descr=""/>
            <p:cNvSpPr/>
            <p:nvPr/>
          </p:nvSpPr>
          <p:spPr>
            <a:xfrm>
              <a:off x="4090403" y="1691652"/>
              <a:ext cx="3789045" cy="1536700"/>
            </a:xfrm>
            <a:custGeom>
              <a:avLst/>
              <a:gdLst/>
              <a:ahLst/>
              <a:cxnLst/>
              <a:rect l="l" t="t" r="r" b="b"/>
              <a:pathLst>
                <a:path w="3789045" h="1536700">
                  <a:moveTo>
                    <a:pt x="3788664" y="0"/>
                  </a:moveTo>
                  <a:lnTo>
                    <a:pt x="3615906" y="0"/>
                  </a:lnTo>
                  <a:lnTo>
                    <a:pt x="3615906" y="184480"/>
                  </a:lnTo>
                  <a:lnTo>
                    <a:pt x="3615906" y="1171536"/>
                  </a:lnTo>
                  <a:lnTo>
                    <a:pt x="3608324" y="1209662"/>
                  </a:lnTo>
                  <a:lnTo>
                    <a:pt x="3586734" y="1241983"/>
                  </a:lnTo>
                  <a:lnTo>
                    <a:pt x="3554412" y="1263573"/>
                  </a:lnTo>
                  <a:lnTo>
                    <a:pt x="3516299" y="1271155"/>
                  </a:lnTo>
                  <a:lnTo>
                    <a:pt x="274383" y="1271155"/>
                  </a:lnTo>
                  <a:lnTo>
                    <a:pt x="236270" y="1263573"/>
                  </a:lnTo>
                  <a:lnTo>
                    <a:pt x="203949" y="1241983"/>
                  </a:lnTo>
                  <a:lnTo>
                    <a:pt x="182359" y="1209662"/>
                  </a:lnTo>
                  <a:lnTo>
                    <a:pt x="174777" y="1171536"/>
                  </a:lnTo>
                  <a:lnTo>
                    <a:pt x="174777" y="184480"/>
                  </a:lnTo>
                  <a:lnTo>
                    <a:pt x="182359" y="146367"/>
                  </a:lnTo>
                  <a:lnTo>
                    <a:pt x="203949" y="114046"/>
                  </a:lnTo>
                  <a:lnTo>
                    <a:pt x="236270" y="92456"/>
                  </a:lnTo>
                  <a:lnTo>
                    <a:pt x="274383" y="84874"/>
                  </a:lnTo>
                  <a:lnTo>
                    <a:pt x="3516299" y="84874"/>
                  </a:lnTo>
                  <a:lnTo>
                    <a:pt x="3554412" y="92456"/>
                  </a:lnTo>
                  <a:lnTo>
                    <a:pt x="3586734" y="114046"/>
                  </a:lnTo>
                  <a:lnTo>
                    <a:pt x="3608324" y="146367"/>
                  </a:lnTo>
                  <a:lnTo>
                    <a:pt x="3615906" y="184480"/>
                  </a:lnTo>
                  <a:lnTo>
                    <a:pt x="3615906" y="0"/>
                  </a:lnTo>
                  <a:lnTo>
                    <a:pt x="0" y="0"/>
                  </a:lnTo>
                  <a:lnTo>
                    <a:pt x="0" y="1536192"/>
                  </a:lnTo>
                  <a:lnTo>
                    <a:pt x="3788664" y="1536192"/>
                  </a:lnTo>
                  <a:lnTo>
                    <a:pt x="3788664" y="1271155"/>
                  </a:lnTo>
                  <a:lnTo>
                    <a:pt x="3788664" y="84874"/>
                  </a:lnTo>
                  <a:lnTo>
                    <a:pt x="3788664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256132" y="1767461"/>
              <a:ext cx="3459479" cy="1204595"/>
            </a:xfrm>
            <a:custGeom>
              <a:avLst/>
              <a:gdLst/>
              <a:ahLst/>
              <a:cxnLst/>
              <a:rect l="l" t="t" r="r" b="b"/>
              <a:pathLst>
                <a:path w="3459479" h="1204595">
                  <a:moveTo>
                    <a:pt x="3350572" y="1204394"/>
                  </a:moveTo>
                  <a:lnTo>
                    <a:pt x="108667" y="1204394"/>
                  </a:lnTo>
                  <a:lnTo>
                    <a:pt x="97962" y="1203877"/>
                  </a:lnTo>
                  <a:lnTo>
                    <a:pt x="57389" y="1191548"/>
                  </a:lnTo>
                  <a:lnTo>
                    <a:pt x="24623" y="1164631"/>
                  </a:lnTo>
                  <a:lnTo>
                    <a:pt x="4652" y="1127224"/>
                  </a:lnTo>
                  <a:lnTo>
                    <a:pt x="0" y="1095727"/>
                  </a:lnTo>
                  <a:lnTo>
                    <a:pt x="0" y="108667"/>
                  </a:lnTo>
                  <a:lnTo>
                    <a:pt x="8271" y="67082"/>
                  </a:lnTo>
                  <a:lnTo>
                    <a:pt x="31827" y="31827"/>
                  </a:lnTo>
                  <a:lnTo>
                    <a:pt x="67082" y="8271"/>
                  </a:lnTo>
                  <a:lnTo>
                    <a:pt x="108667" y="0"/>
                  </a:lnTo>
                  <a:lnTo>
                    <a:pt x="3350572" y="0"/>
                  </a:lnTo>
                  <a:lnTo>
                    <a:pt x="3392157" y="8271"/>
                  </a:lnTo>
                  <a:lnTo>
                    <a:pt x="3427411" y="31827"/>
                  </a:lnTo>
                  <a:lnTo>
                    <a:pt x="3450967" y="67082"/>
                  </a:lnTo>
                  <a:lnTo>
                    <a:pt x="3459239" y="108667"/>
                  </a:lnTo>
                  <a:lnTo>
                    <a:pt x="3459239" y="1095727"/>
                  </a:lnTo>
                  <a:lnTo>
                    <a:pt x="3450967" y="1137312"/>
                  </a:lnTo>
                  <a:lnTo>
                    <a:pt x="3427411" y="1172566"/>
                  </a:lnTo>
                  <a:lnTo>
                    <a:pt x="3392157" y="1196122"/>
                  </a:lnTo>
                  <a:lnTo>
                    <a:pt x="3350572" y="12043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256132" y="1767461"/>
              <a:ext cx="3459479" cy="1204595"/>
            </a:xfrm>
            <a:custGeom>
              <a:avLst/>
              <a:gdLst/>
              <a:ahLst/>
              <a:cxnLst/>
              <a:rect l="l" t="t" r="r" b="b"/>
              <a:pathLst>
                <a:path w="3459479" h="1204595">
                  <a:moveTo>
                    <a:pt x="3350572" y="1204395"/>
                  </a:moveTo>
                  <a:lnTo>
                    <a:pt x="108667" y="1204395"/>
                  </a:lnTo>
                  <a:lnTo>
                    <a:pt x="97962" y="1203877"/>
                  </a:lnTo>
                  <a:lnTo>
                    <a:pt x="57389" y="1191548"/>
                  </a:lnTo>
                  <a:lnTo>
                    <a:pt x="24624" y="1164631"/>
                  </a:lnTo>
                  <a:lnTo>
                    <a:pt x="4652" y="1127225"/>
                  </a:lnTo>
                  <a:lnTo>
                    <a:pt x="0" y="1095727"/>
                  </a:lnTo>
                  <a:lnTo>
                    <a:pt x="0" y="108667"/>
                  </a:lnTo>
                  <a:lnTo>
                    <a:pt x="8271" y="67082"/>
                  </a:lnTo>
                  <a:lnTo>
                    <a:pt x="31827" y="31827"/>
                  </a:lnTo>
                  <a:lnTo>
                    <a:pt x="67082" y="8271"/>
                  </a:lnTo>
                  <a:lnTo>
                    <a:pt x="108667" y="0"/>
                  </a:lnTo>
                  <a:lnTo>
                    <a:pt x="3350572" y="0"/>
                  </a:lnTo>
                  <a:lnTo>
                    <a:pt x="3392157" y="8271"/>
                  </a:lnTo>
                  <a:lnTo>
                    <a:pt x="3410645" y="18111"/>
                  </a:lnTo>
                  <a:lnTo>
                    <a:pt x="102720" y="18111"/>
                  </a:lnTo>
                  <a:lnTo>
                    <a:pt x="96831" y="18691"/>
                  </a:lnTo>
                  <a:lnTo>
                    <a:pt x="53412" y="36675"/>
                  </a:lnTo>
                  <a:lnTo>
                    <a:pt x="27279" y="68519"/>
                  </a:lnTo>
                  <a:lnTo>
                    <a:pt x="18111" y="102721"/>
                  </a:lnTo>
                  <a:lnTo>
                    <a:pt x="18111" y="1101673"/>
                  </a:lnTo>
                  <a:lnTo>
                    <a:pt x="30068" y="1141093"/>
                  </a:lnTo>
                  <a:lnTo>
                    <a:pt x="63300" y="1174325"/>
                  </a:lnTo>
                  <a:lnTo>
                    <a:pt x="102720" y="1186283"/>
                  </a:lnTo>
                  <a:lnTo>
                    <a:pt x="3410645" y="1186283"/>
                  </a:lnTo>
                  <a:lnTo>
                    <a:pt x="3401849" y="1191548"/>
                  </a:lnTo>
                  <a:lnTo>
                    <a:pt x="3392157" y="1196123"/>
                  </a:lnTo>
                  <a:lnTo>
                    <a:pt x="3382069" y="1199741"/>
                  </a:lnTo>
                  <a:lnTo>
                    <a:pt x="3371776" y="1202326"/>
                  </a:lnTo>
                  <a:lnTo>
                    <a:pt x="3361277" y="1203877"/>
                  </a:lnTo>
                  <a:lnTo>
                    <a:pt x="3350572" y="1204395"/>
                  </a:lnTo>
                  <a:close/>
                </a:path>
                <a:path w="3459479" h="1204595">
                  <a:moveTo>
                    <a:pt x="3410645" y="1186283"/>
                  </a:moveTo>
                  <a:lnTo>
                    <a:pt x="3356518" y="1186283"/>
                  </a:lnTo>
                  <a:lnTo>
                    <a:pt x="3362406" y="1185703"/>
                  </a:lnTo>
                  <a:lnTo>
                    <a:pt x="3374070" y="1183383"/>
                  </a:lnTo>
                  <a:lnTo>
                    <a:pt x="3410400" y="1163964"/>
                  </a:lnTo>
                  <a:lnTo>
                    <a:pt x="3436509" y="1124888"/>
                  </a:lnTo>
                  <a:lnTo>
                    <a:pt x="3441128" y="1101673"/>
                  </a:lnTo>
                  <a:lnTo>
                    <a:pt x="3441128" y="102721"/>
                  </a:lnTo>
                  <a:lnTo>
                    <a:pt x="3440659" y="97962"/>
                  </a:lnTo>
                  <a:lnTo>
                    <a:pt x="3440547" y="96832"/>
                  </a:lnTo>
                  <a:lnTo>
                    <a:pt x="3422562" y="53412"/>
                  </a:lnTo>
                  <a:lnTo>
                    <a:pt x="3390718" y="27279"/>
                  </a:lnTo>
                  <a:lnTo>
                    <a:pt x="3356518" y="18111"/>
                  </a:lnTo>
                  <a:lnTo>
                    <a:pt x="3410645" y="18111"/>
                  </a:lnTo>
                  <a:lnTo>
                    <a:pt x="3440943" y="48283"/>
                  </a:lnTo>
                  <a:lnTo>
                    <a:pt x="3457171" y="87463"/>
                  </a:lnTo>
                  <a:lnTo>
                    <a:pt x="3459239" y="108667"/>
                  </a:lnTo>
                  <a:lnTo>
                    <a:pt x="3459239" y="1095727"/>
                  </a:lnTo>
                  <a:lnTo>
                    <a:pt x="3450967" y="1137312"/>
                  </a:lnTo>
                  <a:lnTo>
                    <a:pt x="3427411" y="1172567"/>
                  </a:lnTo>
                  <a:lnTo>
                    <a:pt x="3410955" y="1186098"/>
                  </a:lnTo>
                  <a:lnTo>
                    <a:pt x="3410645" y="1186283"/>
                  </a:lnTo>
                  <a:close/>
                </a:path>
              </a:pathLst>
            </a:custGeom>
            <a:solidFill>
              <a:srgbClr val="4A8FE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91577" y="2002907"/>
              <a:ext cx="362224" cy="362224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4480009" y="2044479"/>
            <a:ext cx="2372995" cy="675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0335">
              <a:lnSpc>
                <a:spcPct val="100000"/>
              </a:lnSpc>
              <a:spcBef>
                <a:spcPts val="95"/>
              </a:spcBef>
              <a:tabLst>
                <a:tab pos="519430" algn="l"/>
              </a:tabLst>
            </a:pPr>
            <a:r>
              <a:rPr dirty="0" baseline="1915" sz="2175" spc="-75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baseline="1915" sz="2175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500" spc="-290" b="1">
                <a:solidFill>
                  <a:srgbClr val="333333"/>
                </a:solidFill>
                <a:latin typeface="Malgun Gothic"/>
                <a:cs typeface="Malgun Gothic"/>
              </a:rPr>
              <a:t>담당</a:t>
            </a:r>
            <a:r>
              <a:rPr dirty="0" sz="1500" spc="-190" b="1">
                <a:solidFill>
                  <a:srgbClr val="333333"/>
                </a:solidFill>
                <a:latin typeface="Malgun Gothic"/>
                <a:cs typeface="Malgun Gothic"/>
              </a:rPr>
              <a:t> </a:t>
            </a:r>
            <a:r>
              <a:rPr dirty="0" sz="1500" spc="-290" b="1">
                <a:solidFill>
                  <a:srgbClr val="333333"/>
                </a:solidFill>
                <a:latin typeface="Malgun Gothic"/>
                <a:cs typeface="Malgun Gothic"/>
              </a:rPr>
              <a:t>부서</a:t>
            </a:r>
            <a:r>
              <a:rPr dirty="0" sz="1500" spc="-190" b="1">
                <a:solidFill>
                  <a:srgbClr val="333333"/>
                </a:solidFill>
                <a:latin typeface="Malgun Gothic"/>
                <a:cs typeface="Malgun Gothic"/>
              </a:rPr>
              <a:t> </a:t>
            </a:r>
            <a:r>
              <a:rPr dirty="0" sz="1500" spc="-290" b="1">
                <a:solidFill>
                  <a:srgbClr val="333333"/>
                </a:solidFill>
                <a:latin typeface="Malgun Gothic"/>
                <a:cs typeface="Malgun Gothic"/>
              </a:rPr>
              <a:t>파일</a:t>
            </a:r>
            <a:r>
              <a:rPr dirty="0" sz="1500" spc="-190" b="1">
                <a:solidFill>
                  <a:srgbClr val="333333"/>
                </a:solidFill>
                <a:latin typeface="Malgun Gothic"/>
                <a:cs typeface="Malgun Gothic"/>
              </a:rPr>
              <a:t> </a:t>
            </a:r>
            <a:r>
              <a:rPr dirty="0" sz="1500" spc="-315" b="1">
                <a:solidFill>
                  <a:srgbClr val="333333"/>
                </a:solidFill>
                <a:latin typeface="Malgun Gothic"/>
                <a:cs typeface="Malgun Gothic"/>
              </a:rPr>
              <a:t>업로드</a:t>
            </a:r>
            <a:endParaRPr sz="15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755"/>
              </a:spcBef>
            </a:pPr>
            <a:r>
              <a:rPr dirty="0" sz="1250" spc="-30">
                <a:solidFill>
                  <a:srgbClr val="4A5462"/>
                </a:solidFill>
                <a:latin typeface="Suisse Int'l"/>
                <a:cs typeface="Suisse Int'l"/>
              </a:rPr>
              <a:t>Base</a:t>
            </a:r>
            <a:r>
              <a:rPr dirty="0" sz="1250" spc="15">
                <a:solidFill>
                  <a:srgbClr val="4A5462"/>
                </a:solidFill>
                <a:latin typeface="Suisse Int'l"/>
                <a:cs typeface="Suisse Int'l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파일에</a:t>
            </a:r>
            <a:r>
              <a:rPr dirty="0" sz="1300" spc="-10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취합할</a:t>
            </a:r>
            <a:r>
              <a:rPr dirty="0" sz="1300" spc="-10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부서</a:t>
            </a:r>
            <a:r>
              <a:rPr dirty="0" sz="1300" spc="-10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파일</a:t>
            </a:r>
            <a:r>
              <a:rPr dirty="0" sz="1300" spc="-10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180">
                <a:solidFill>
                  <a:srgbClr val="4A5462"/>
                </a:solidFill>
                <a:latin typeface="Dotum"/>
                <a:cs typeface="Dotum"/>
              </a:rPr>
              <a:t>업로드</a:t>
            </a:r>
            <a:endParaRPr sz="1300">
              <a:latin typeface="Dotum"/>
              <a:cs typeface="Dotum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7769351" y="1691639"/>
            <a:ext cx="3789045" cy="1536700"/>
            <a:chOff x="7769351" y="1691639"/>
            <a:chExt cx="3789045" cy="1536700"/>
          </a:xfrm>
        </p:grpSpPr>
        <p:sp>
          <p:nvSpPr>
            <p:cNvPr id="22" name="object 22" descr=""/>
            <p:cNvSpPr/>
            <p:nvPr/>
          </p:nvSpPr>
          <p:spPr>
            <a:xfrm>
              <a:off x="7769339" y="1691652"/>
              <a:ext cx="3789045" cy="1536700"/>
            </a:xfrm>
            <a:custGeom>
              <a:avLst/>
              <a:gdLst/>
              <a:ahLst/>
              <a:cxnLst/>
              <a:rect l="l" t="t" r="r" b="b"/>
              <a:pathLst>
                <a:path w="3789045" h="1536700">
                  <a:moveTo>
                    <a:pt x="3788664" y="0"/>
                  </a:moveTo>
                  <a:lnTo>
                    <a:pt x="3613543" y="0"/>
                  </a:lnTo>
                  <a:lnTo>
                    <a:pt x="3613543" y="184480"/>
                  </a:lnTo>
                  <a:lnTo>
                    <a:pt x="3613543" y="1171536"/>
                  </a:lnTo>
                  <a:lnTo>
                    <a:pt x="3605961" y="1209662"/>
                  </a:lnTo>
                  <a:lnTo>
                    <a:pt x="3584371" y="1241983"/>
                  </a:lnTo>
                  <a:lnTo>
                    <a:pt x="3552050" y="1263573"/>
                  </a:lnTo>
                  <a:lnTo>
                    <a:pt x="3513937" y="1271155"/>
                  </a:lnTo>
                  <a:lnTo>
                    <a:pt x="272021" y="1271155"/>
                  </a:lnTo>
                  <a:lnTo>
                    <a:pt x="233908" y="1263573"/>
                  </a:lnTo>
                  <a:lnTo>
                    <a:pt x="201587" y="1241983"/>
                  </a:lnTo>
                  <a:lnTo>
                    <a:pt x="179997" y="1209662"/>
                  </a:lnTo>
                  <a:lnTo>
                    <a:pt x="172415" y="1171536"/>
                  </a:lnTo>
                  <a:lnTo>
                    <a:pt x="172415" y="184480"/>
                  </a:lnTo>
                  <a:lnTo>
                    <a:pt x="179997" y="146367"/>
                  </a:lnTo>
                  <a:lnTo>
                    <a:pt x="201587" y="114046"/>
                  </a:lnTo>
                  <a:lnTo>
                    <a:pt x="233908" y="92456"/>
                  </a:lnTo>
                  <a:lnTo>
                    <a:pt x="272021" y="84874"/>
                  </a:lnTo>
                  <a:lnTo>
                    <a:pt x="3513937" y="84874"/>
                  </a:lnTo>
                  <a:lnTo>
                    <a:pt x="3552050" y="92456"/>
                  </a:lnTo>
                  <a:lnTo>
                    <a:pt x="3584371" y="114046"/>
                  </a:lnTo>
                  <a:lnTo>
                    <a:pt x="3605961" y="146367"/>
                  </a:lnTo>
                  <a:lnTo>
                    <a:pt x="3613543" y="184480"/>
                  </a:lnTo>
                  <a:lnTo>
                    <a:pt x="3613543" y="0"/>
                  </a:lnTo>
                  <a:lnTo>
                    <a:pt x="0" y="0"/>
                  </a:lnTo>
                  <a:lnTo>
                    <a:pt x="0" y="1536192"/>
                  </a:lnTo>
                  <a:lnTo>
                    <a:pt x="3788664" y="1536192"/>
                  </a:lnTo>
                  <a:lnTo>
                    <a:pt x="3788664" y="1271155"/>
                  </a:lnTo>
                  <a:lnTo>
                    <a:pt x="3788664" y="84874"/>
                  </a:lnTo>
                  <a:lnTo>
                    <a:pt x="3788664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932706" y="1767461"/>
              <a:ext cx="3459479" cy="1204595"/>
            </a:xfrm>
            <a:custGeom>
              <a:avLst/>
              <a:gdLst/>
              <a:ahLst/>
              <a:cxnLst/>
              <a:rect l="l" t="t" r="r" b="b"/>
              <a:pathLst>
                <a:path w="3459479" h="1204595">
                  <a:moveTo>
                    <a:pt x="3350571" y="1204394"/>
                  </a:moveTo>
                  <a:lnTo>
                    <a:pt x="108667" y="1204394"/>
                  </a:lnTo>
                  <a:lnTo>
                    <a:pt x="97962" y="1203877"/>
                  </a:lnTo>
                  <a:lnTo>
                    <a:pt x="57389" y="1191548"/>
                  </a:lnTo>
                  <a:lnTo>
                    <a:pt x="24623" y="1164631"/>
                  </a:lnTo>
                  <a:lnTo>
                    <a:pt x="4652" y="1127224"/>
                  </a:lnTo>
                  <a:lnTo>
                    <a:pt x="0" y="1095727"/>
                  </a:lnTo>
                  <a:lnTo>
                    <a:pt x="0" y="108667"/>
                  </a:lnTo>
                  <a:lnTo>
                    <a:pt x="8271" y="67082"/>
                  </a:lnTo>
                  <a:lnTo>
                    <a:pt x="31827" y="31827"/>
                  </a:lnTo>
                  <a:lnTo>
                    <a:pt x="67082" y="8271"/>
                  </a:lnTo>
                  <a:lnTo>
                    <a:pt x="108667" y="0"/>
                  </a:lnTo>
                  <a:lnTo>
                    <a:pt x="3350571" y="0"/>
                  </a:lnTo>
                  <a:lnTo>
                    <a:pt x="3392156" y="8271"/>
                  </a:lnTo>
                  <a:lnTo>
                    <a:pt x="3427410" y="31827"/>
                  </a:lnTo>
                  <a:lnTo>
                    <a:pt x="3450966" y="67082"/>
                  </a:lnTo>
                  <a:lnTo>
                    <a:pt x="3459238" y="108667"/>
                  </a:lnTo>
                  <a:lnTo>
                    <a:pt x="3459238" y="1095727"/>
                  </a:lnTo>
                  <a:lnTo>
                    <a:pt x="3450966" y="1137312"/>
                  </a:lnTo>
                  <a:lnTo>
                    <a:pt x="3427410" y="1172566"/>
                  </a:lnTo>
                  <a:lnTo>
                    <a:pt x="3392156" y="1196122"/>
                  </a:lnTo>
                  <a:lnTo>
                    <a:pt x="3350571" y="12043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932706" y="1767461"/>
              <a:ext cx="3459479" cy="1204595"/>
            </a:xfrm>
            <a:custGeom>
              <a:avLst/>
              <a:gdLst/>
              <a:ahLst/>
              <a:cxnLst/>
              <a:rect l="l" t="t" r="r" b="b"/>
              <a:pathLst>
                <a:path w="3459479" h="1204595">
                  <a:moveTo>
                    <a:pt x="3350571" y="1204395"/>
                  </a:moveTo>
                  <a:lnTo>
                    <a:pt x="108667" y="1204395"/>
                  </a:lnTo>
                  <a:lnTo>
                    <a:pt x="97962" y="1203877"/>
                  </a:lnTo>
                  <a:lnTo>
                    <a:pt x="57389" y="1191548"/>
                  </a:lnTo>
                  <a:lnTo>
                    <a:pt x="24624" y="1164631"/>
                  </a:lnTo>
                  <a:lnTo>
                    <a:pt x="4652" y="1127225"/>
                  </a:lnTo>
                  <a:lnTo>
                    <a:pt x="0" y="1095727"/>
                  </a:lnTo>
                  <a:lnTo>
                    <a:pt x="0" y="108667"/>
                  </a:lnTo>
                  <a:lnTo>
                    <a:pt x="8271" y="67082"/>
                  </a:lnTo>
                  <a:lnTo>
                    <a:pt x="31827" y="31827"/>
                  </a:lnTo>
                  <a:lnTo>
                    <a:pt x="67082" y="8271"/>
                  </a:lnTo>
                  <a:lnTo>
                    <a:pt x="108667" y="0"/>
                  </a:lnTo>
                  <a:lnTo>
                    <a:pt x="3350571" y="0"/>
                  </a:lnTo>
                  <a:lnTo>
                    <a:pt x="3392156" y="8271"/>
                  </a:lnTo>
                  <a:lnTo>
                    <a:pt x="3410645" y="18111"/>
                  </a:lnTo>
                  <a:lnTo>
                    <a:pt x="102720" y="18111"/>
                  </a:lnTo>
                  <a:lnTo>
                    <a:pt x="96831" y="18691"/>
                  </a:lnTo>
                  <a:lnTo>
                    <a:pt x="53411" y="36675"/>
                  </a:lnTo>
                  <a:lnTo>
                    <a:pt x="27278" y="68519"/>
                  </a:lnTo>
                  <a:lnTo>
                    <a:pt x="18110" y="102721"/>
                  </a:lnTo>
                  <a:lnTo>
                    <a:pt x="18110" y="1101673"/>
                  </a:lnTo>
                  <a:lnTo>
                    <a:pt x="18578" y="1106432"/>
                  </a:lnTo>
                  <a:lnTo>
                    <a:pt x="18690" y="1107562"/>
                  </a:lnTo>
                  <a:lnTo>
                    <a:pt x="36674" y="1150981"/>
                  </a:lnTo>
                  <a:lnTo>
                    <a:pt x="68517" y="1177114"/>
                  </a:lnTo>
                  <a:lnTo>
                    <a:pt x="102720" y="1186283"/>
                  </a:lnTo>
                  <a:lnTo>
                    <a:pt x="3410645" y="1186283"/>
                  </a:lnTo>
                  <a:lnTo>
                    <a:pt x="3401848" y="1191548"/>
                  </a:lnTo>
                  <a:lnTo>
                    <a:pt x="3392156" y="1196123"/>
                  </a:lnTo>
                  <a:lnTo>
                    <a:pt x="3382068" y="1199741"/>
                  </a:lnTo>
                  <a:lnTo>
                    <a:pt x="3371775" y="1202326"/>
                  </a:lnTo>
                  <a:lnTo>
                    <a:pt x="3361276" y="1203877"/>
                  </a:lnTo>
                  <a:lnTo>
                    <a:pt x="3350571" y="1204395"/>
                  </a:lnTo>
                  <a:close/>
                </a:path>
                <a:path w="3459479" h="1204595">
                  <a:moveTo>
                    <a:pt x="3410645" y="1186283"/>
                  </a:moveTo>
                  <a:lnTo>
                    <a:pt x="3356518" y="1186283"/>
                  </a:lnTo>
                  <a:lnTo>
                    <a:pt x="3362405" y="1185703"/>
                  </a:lnTo>
                  <a:lnTo>
                    <a:pt x="3374068" y="1183383"/>
                  </a:lnTo>
                  <a:lnTo>
                    <a:pt x="3410399" y="1163964"/>
                  </a:lnTo>
                  <a:lnTo>
                    <a:pt x="3436508" y="1124888"/>
                  </a:lnTo>
                  <a:lnTo>
                    <a:pt x="3441127" y="1101673"/>
                  </a:lnTo>
                  <a:lnTo>
                    <a:pt x="3441127" y="102721"/>
                  </a:lnTo>
                  <a:lnTo>
                    <a:pt x="3440658" y="97962"/>
                  </a:lnTo>
                  <a:lnTo>
                    <a:pt x="3440546" y="96832"/>
                  </a:lnTo>
                  <a:lnTo>
                    <a:pt x="3422561" y="53412"/>
                  </a:lnTo>
                  <a:lnTo>
                    <a:pt x="3390717" y="27279"/>
                  </a:lnTo>
                  <a:lnTo>
                    <a:pt x="3356518" y="18111"/>
                  </a:lnTo>
                  <a:lnTo>
                    <a:pt x="3410645" y="18111"/>
                  </a:lnTo>
                  <a:lnTo>
                    <a:pt x="3440941" y="48283"/>
                  </a:lnTo>
                  <a:lnTo>
                    <a:pt x="3457170" y="87463"/>
                  </a:lnTo>
                  <a:lnTo>
                    <a:pt x="3459239" y="108667"/>
                  </a:lnTo>
                  <a:lnTo>
                    <a:pt x="3459239" y="1095727"/>
                  </a:lnTo>
                  <a:lnTo>
                    <a:pt x="3450966" y="1137312"/>
                  </a:lnTo>
                  <a:lnTo>
                    <a:pt x="3427410" y="1172567"/>
                  </a:lnTo>
                  <a:lnTo>
                    <a:pt x="3410954" y="1186098"/>
                  </a:lnTo>
                  <a:lnTo>
                    <a:pt x="3410645" y="1186283"/>
                  </a:lnTo>
                  <a:close/>
                </a:path>
              </a:pathLst>
            </a:custGeom>
            <a:solidFill>
              <a:srgbClr val="4A8FE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68151" y="2002907"/>
              <a:ext cx="362223" cy="362224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8157715" y="2044479"/>
            <a:ext cx="2714625" cy="675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95"/>
              </a:spcBef>
              <a:tabLst>
                <a:tab pos="519430" algn="l"/>
              </a:tabLst>
            </a:pPr>
            <a:r>
              <a:rPr dirty="0" baseline="1915" sz="2175" spc="-75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dirty="0" baseline="1915" sz="2175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500" spc="-290" b="1">
                <a:solidFill>
                  <a:srgbClr val="333333"/>
                </a:solidFill>
                <a:latin typeface="Malgun Gothic"/>
                <a:cs typeface="Malgun Gothic"/>
              </a:rPr>
              <a:t>취합</a:t>
            </a:r>
            <a:r>
              <a:rPr dirty="0" sz="1500" spc="-195" b="1">
                <a:solidFill>
                  <a:srgbClr val="333333"/>
                </a:solidFill>
                <a:latin typeface="Malgun Gothic"/>
                <a:cs typeface="Malgun Gothic"/>
              </a:rPr>
              <a:t> </a:t>
            </a:r>
            <a:r>
              <a:rPr dirty="0" sz="1500" spc="-290" b="1">
                <a:solidFill>
                  <a:srgbClr val="333333"/>
                </a:solidFill>
                <a:latin typeface="Malgun Gothic"/>
                <a:cs typeface="Malgun Gothic"/>
              </a:rPr>
              <a:t>결과</a:t>
            </a:r>
            <a:r>
              <a:rPr dirty="0" sz="1500" spc="-190" b="1">
                <a:solidFill>
                  <a:srgbClr val="333333"/>
                </a:solidFill>
                <a:latin typeface="Malgun Gothic"/>
                <a:cs typeface="Malgun Gothic"/>
              </a:rPr>
              <a:t> </a:t>
            </a:r>
            <a:r>
              <a:rPr dirty="0" sz="1500" spc="-290" b="1">
                <a:solidFill>
                  <a:srgbClr val="333333"/>
                </a:solidFill>
                <a:latin typeface="Malgun Gothic"/>
                <a:cs typeface="Malgun Gothic"/>
              </a:rPr>
              <a:t>미리보기</a:t>
            </a:r>
            <a:r>
              <a:rPr dirty="0" sz="1500" spc="-190" b="1">
                <a:solidFill>
                  <a:srgbClr val="333333"/>
                </a:solidFill>
                <a:latin typeface="Malgun Gothic"/>
                <a:cs typeface="Malgun Gothic"/>
              </a:rPr>
              <a:t> </a:t>
            </a:r>
            <a:r>
              <a:rPr dirty="0" sz="1500" spc="-285" b="1">
                <a:solidFill>
                  <a:srgbClr val="333333"/>
                </a:solidFill>
                <a:latin typeface="Malgun Gothic"/>
                <a:cs typeface="Malgun Gothic"/>
              </a:rPr>
              <a:t>및</a:t>
            </a:r>
            <a:r>
              <a:rPr dirty="0" sz="1500" spc="-190" b="1">
                <a:solidFill>
                  <a:srgbClr val="333333"/>
                </a:solidFill>
                <a:latin typeface="Malgun Gothic"/>
                <a:cs typeface="Malgun Gothic"/>
              </a:rPr>
              <a:t> </a:t>
            </a:r>
            <a:r>
              <a:rPr dirty="0" sz="1500" spc="-310" b="1">
                <a:solidFill>
                  <a:srgbClr val="333333"/>
                </a:solidFill>
                <a:latin typeface="Malgun Gothic"/>
                <a:cs typeface="Malgun Gothic"/>
              </a:rPr>
              <a:t>다운로드</a:t>
            </a:r>
            <a:endParaRPr sz="15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755"/>
              </a:spcBef>
            </a:pP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결과</a:t>
            </a:r>
            <a:r>
              <a:rPr dirty="0" sz="1300" spc="-9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확인</a:t>
            </a:r>
            <a:r>
              <a:rPr dirty="0" sz="1300" spc="-9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5">
                <a:solidFill>
                  <a:srgbClr val="4A5462"/>
                </a:solidFill>
                <a:latin typeface="Dotum"/>
                <a:cs typeface="Dotum"/>
              </a:rPr>
              <a:t>및</a:t>
            </a:r>
            <a:r>
              <a:rPr dirty="0" sz="1300" spc="-9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5">
                <a:solidFill>
                  <a:srgbClr val="4A5462"/>
                </a:solidFill>
                <a:latin typeface="Dotum"/>
                <a:cs typeface="Dotum"/>
              </a:rPr>
              <a:t>저장</a:t>
            </a:r>
            <a:endParaRPr sz="1300">
              <a:latin typeface="Dotum"/>
              <a:cs typeface="Dotum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414527" y="4056888"/>
            <a:ext cx="5590540" cy="1460500"/>
            <a:chOff x="414527" y="4056888"/>
            <a:chExt cx="5590540" cy="1460500"/>
          </a:xfrm>
        </p:grpSpPr>
        <p:sp>
          <p:nvSpPr>
            <p:cNvPr id="28" name="object 28" descr=""/>
            <p:cNvSpPr/>
            <p:nvPr/>
          </p:nvSpPr>
          <p:spPr>
            <a:xfrm>
              <a:off x="414515" y="4056900"/>
              <a:ext cx="5590540" cy="1460500"/>
            </a:xfrm>
            <a:custGeom>
              <a:avLst/>
              <a:gdLst/>
              <a:ahLst/>
              <a:cxnLst/>
              <a:rect l="l" t="t" r="r" b="b"/>
              <a:pathLst>
                <a:path w="5590540" h="1460500">
                  <a:moveTo>
                    <a:pt x="5590032" y="0"/>
                  </a:moveTo>
                  <a:lnTo>
                    <a:pt x="5417286" y="0"/>
                  </a:lnTo>
                  <a:lnTo>
                    <a:pt x="5417286" y="182740"/>
                  </a:lnTo>
                  <a:lnTo>
                    <a:pt x="5417286" y="1097356"/>
                  </a:lnTo>
                  <a:lnTo>
                    <a:pt x="5409704" y="1135481"/>
                  </a:lnTo>
                  <a:lnTo>
                    <a:pt x="5388114" y="1167803"/>
                  </a:lnTo>
                  <a:lnTo>
                    <a:pt x="5355793" y="1189393"/>
                  </a:lnTo>
                  <a:lnTo>
                    <a:pt x="5317668" y="1196975"/>
                  </a:lnTo>
                  <a:lnTo>
                    <a:pt x="273697" y="1196975"/>
                  </a:lnTo>
                  <a:lnTo>
                    <a:pt x="235585" y="1189393"/>
                  </a:lnTo>
                  <a:lnTo>
                    <a:pt x="203263" y="1167803"/>
                  </a:lnTo>
                  <a:lnTo>
                    <a:pt x="181673" y="1135481"/>
                  </a:lnTo>
                  <a:lnTo>
                    <a:pt x="174091" y="1097356"/>
                  </a:lnTo>
                  <a:lnTo>
                    <a:pt x="174091" y="182740"/>
                  </a:lnTo>
                  <a:lnTo>
                    <a:pt x="181673" y="144627"/>
                  </a:lnTo>
                  <a:lnTo>
                    <a:pt x="203263" y="112306"/>
                  </a:lnTo>
                  <a:lnTo>
                    <a:pt x="235585" y="90716"/>
                  </a:lnTo>
                  <a:lnTo>
                    <a:pt x="273697" y="83134"/>
                  </a:lnTo>
                  <a:lnTo>
                    <a:pt x="5317668" y="83134"/>
                  </a:lnTo>
                  <a:lnTo>
                    <a:pt x="5355793" y="90716"/>
                  </a:lnTo>
                  <a:lnTo>
                    <a:pt x="5388114" y="112306"/>
                  </a:lnTo>
                  <a:lnTo>
                    <a:pt x="5409704" y="144627"/>
                  </a:lnTo>
                  <a:lnTo>
                    <a:pt x="5417286" y="182740"/>
                  </a:lnTo>
                  <a:lnTo>
                    <a:pt x="5417286" y="0"/>
                  </a:lnTo>
                  <a:lnTo>
                    <a:pt x="0" y="0"/>
                  </a:lnTo>
                  <a:lnTo>
                    <a:pt x="0" y="1459992"/>
                  </a:lnTo>
                  <a:lnTo>
                    <a:pt x="5590032" y="1459992"/>
                  </a:lnTo>
                  <a:lnTo>
                    <a:pt x="5590032" y="1196975"/>
                  </a:lnTo>
                  <a:lnTo>
                    <a:pt x="5590032" y="83134"/>
                  </a:lnTo>
                  <a:lnTo>
                    <a:pt x="5590032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79558" y="4130972"/>
              <a:ext cx="5261610" cy="1132205"/>
            </a:xfrm>
            <a:custGeom>
              <a:avLst/>
              <a:gdLst/>
              <a:ahLst/>
              <a:cxnLst/>
              <a:rect l="l" t="t" r="r" b="b"/>
              <a:pathLst>
                <a:path w="5261610" h="1132204">
                  <a:moveTo>
                    <a:pt x="5152636" y="1131950"/>
                  </a:moveTo>
                  <a:lnTo>
                    <a:pt x="108667" y="1131950"/>
                  </a:lnTo>
                  <a:lnTo>
                    <a:pt x="97962" y="1131433"/>
                  </a:lnTo>
                  <a:lnTo>
                    <a:pt x="57389" y="1119104"/>
                  </a:lnTo>
                  <a:lnTo>
                    <a:pt x="24623" y="1092187"/>
                  </a:lnTo>
                  <a:lnTo>
                    <a:pt x="4652" y="1054780"/>
                  </a:lnTo>
                  <a:lnTo>
                    <a:pt x="0" y="1023283"/>
                  </a:lnTo>
                  <a:lnTo>
                    <a:pt x="0" y="108667"/>
                  </a:lnTo>
                  <a:lnTo>
                    <a:pt x="8271" y="67082"/>
                  </a:lnTo>
                  <a:lnTo>
                    <a:pt x="31827" y="31827"/>
                  </a:lnTo>
                  <a:lnTo>
                    <a:pt x="67082" y="8271"/>
                  </a:lnTo>
                  <a:lnTo>
                    <a:pt x="108667" y="0"/>
                  </a:lnTo>
                  <a:lnTo>
                    <a:pt x="5152636" y="0"/>
                  </a:lnTo>
                  <a:lnTo>
                    <a:pt x="5194221" y="8271"/>
                  </a:lnTo>
                  <a:lnTo>
                    <a:pt x="5229475" y="31827"/>
                  </a:lnTo>
                  <a:lnTo>
                    <a:pt x="5253031" y="67082"/>
                  </a:lnTo>
                  <a:lnTo>
                    <a:pt x="5261304" y="108667"/>
                  </a:lnTo>
                  <a:lnTo>
                    <a:pt x="5261304" y="1023283"/>
                  </a:lnTo>
                  <a:lnTo>
                    <a:pt x="5253031" y="1064868"/>
                  </a:lnTo>
                  <a:lnTo>
                    <a:pt x="5229476" y="1100122"/>
                  </a:lnTo>
                  <a:lnTo>
                    <a:pt x="5194221" y="1123678"/>
                  </a:lnTo>
                  <a:lnTo>
                    <a:pt x="5152636" y="11319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79558" y="4130972"/>
              <a:ext cx="5261610" cy="1132205"/>
            </a:xfrm>
            <a:custGeom>
              <a:avLst/>
              <a:gdLst/>
              <a:ahLst/>
              <a:cxnLst/>
              <a:rect l="l" t="t" r="r" b="b"/>
              <a:pathLst>
                <a:path w="5261610" h="1132204">
                  <a:moveTo>
                    <a:pt x="5152637" y="1131950"/>
                  </a:moveTo>
                  <a:lnTo>
                    <a:pt x="108667" y="1131950"/>
                  </a:lnTo>
                  <a:lnTo>
                    <a:pt x="97962" y="1131433"/>
                  </a:lnTo>
                  <a:lnTo>
                    <a:pt x="57389" y="1119104"/>
                  </a:lnTo>
                  <a:lnTo>
                    <a:pt x="24623" y="1092187"/>
                  </a:lnTo>
                  <a:lnTo>
                    <a:pt x="4652" y="1054780"/>
                  </a:lnTo>
                  <a:lnTo>
                    <a:pt x="0" y="1023283"/>
                  </a:lnTo>
                  <a:lnTo>
                    <a:pt x="0" y="108667"/>
                  </a:lnTo>
                  <a:lnTo>
                    <a:pt x="8271" y="67082"/>
                  </a:lnTo>
                  <a:lnTo>
                    <a:pt x="31827" y="31827"/>
                  </a:lnTo>
                  <a:lnTo>
                    <a:pt x="67082" y="8271"/>
                  </a:lnTo>
                  <a:lnTo>
                    <a:pt x="108667" y="0"/>
                  </a:lnTo>
                  <a:lnTo>
                    <a:pt x="5152637" y="0"/>
                  </a:lnTo>
                  <a:lnTo>
                    <a:pt x="5194221" y="8271"/>
                  </a:lnTo>
                  <a:lnTo>
                    <a:pt x="5212710" y="18111"/>
                  </a:lnTo>
                  <a:lnTo>
                    <a:pt x="102721" y="18111"/>
                  </a:lnTo>
                  <a:lnTo>
                    <a:pt x="96832" y="18691"/>
                  </a:lnTo>
                  <a:lnTo>
                    <a:pt x="53413" y="36675"/>
                  </a:lnTo>
                  <a:lnTo>
                    <a:pt x="27279" y="68519"/>
                  </a:lnTo>
                  <a:lnTo>
                    <a:pt x="18111" y="102721"/>
                  </a:lnTo>
                  <a:lnTo>
                    <a:pt x="18111" y="1029228"/>
                  </a:lnTo>
                  <a:lnTo>
                    <a:pt x="30069" y="1068648"/>
                  </a:lnTo>
                  <a:lnTo>
                    <a:pt x="63300" y="1101880"/>
                  </a:lnTo>
                  <a:lnTo>
                    <a:pt x="102721" y="1113838"/>
                  </a:lnTo>
                  <a:lnTo>
                    <a:pt x="5212710" y="1113838"/>
                  </a:lnTo>
                  <a:lnTo>
                    <a:pt x="5203913" y="1119104"/>
                  </a:lnTo>
                  <a:lnTo>
                    <a:pt x="5194221" y="1123678"/>
                  </a:lnTo>
                  <a:lnTo>
                    <a:pt x="5184133" y="1127297"/>
                  </a:lnTo>
                  <a:lnTo>
                    <a:pt x="5173840" y="1129882"/>
                  </a:lnTo>
                  <a:lnTo>
                    <a:pt x="5163341" y="1131433"/>
                  </a:lnTo>
                  <a:lnTo>
                    <a:pt x="5152637" y="1131950"/>
                  </a:lnTo>
                  <a:close/>
                </a:path>
                <a:path w="5261610" h="1132204">
                  <a:moveTo>
                    <a:pt x="5212710" y="1113838"/>
                  </a:moveTo>
                  <a:lnTo>
                    <a:pt x="5158582" y="1113838"/>
                  </a:lnTo>
                  <a:lnTo>
                    <a:pt x="5164471" y="1113258"/>
                  </a:lnTo>
                  <a:lnTo>
                    <a:pt x="5176135" y="1110938"/>
                  </a:lnTo>
                  <a:lnTo>
                    <a:pt x="5212465" y="1091520"/>
                  </a:lnTo>
                  <a:lnTo>
                    <a:pt x="5238575" y="1052443"/>
                  </a:lnTo>
                  <a:lnTo>
                    <a:pt x="5243192" y="1029228"/>
                  </a:lnTo>
                  <a:lnTo>
                    <a:pt x="5243192" y="102721"/>
                  </a:lnTo>
                  <a:lnTo>
                    <a:pt x="5242723" y="97962"/>
                  </a:lnTo>
                  <a:lnTo>
                    <a:pt x="5242612" y="96832"/>
                  </a:lnTo>
                  <a:lnTo>
                    <a:pt x="5224627" y="53412"/>
                  </a:lnTo>
                  <a:lnTo>
                    <a:pt x="5192784" y="27279"/>
                  </a:lnTo>
                  <a:lnTo>
                    <a:pt x="5158582" y="18111"/>
                  </a:lnTo>
                  <a:lnTo>
                    <a:pt x="5212710" y="18111"/>
                  </a:lnTo>
                  <a:lnTo>
                    <a:pt x="5243006" y="48283"/>
                  </a:lnTo>
                  <a:lnTo>
                    <a:pt x="5259235" y="87463"/>
                  </a:lnTo>
                  <a:lnTo>
                    <a:pt x="5261304" y="108667"/>
                  </a:lnTo>
                  <a:lnTo>
                    <a:pt x="5261304" y="1023283"/>
                  </a:lnTo>
                  <a:lnTo>
                    <a:pt x="5253032" y="1064868"/>
                  </a:lnTo>
                  <a:lnTo>
                    <a:pt x="5229476" y="1100122"/>
                  </a:lnTo>
                  <a:lnTo>
                    <a:pt x="5213020" y="1113653"/>
                  </a:lnTo>
                  <a:lnTo>
                    <a:pt x="5212710" y="1113838"/>
                  </a:lnTo>
                  <a:close/>
                </a:path>
              </a:pathLst>
            </a:custGeom>
            <a:solidFill>
              <a:srgbClr val="4A8FE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5004" y="4402308"/>
              <a:ext cx="244474" cy="219074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/>
          <p:nvPr/>
        </p:nvSpPr>
        <p:spPr>
          <a:xfrm>
            <a:off x="1191694" y="4350586"/>
            <a:ext cx="1887855" cy="2794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650" spc="-300" b="1">
                <a:solidFill>
                  <a:srgbClr val="333333"/>
                </a:solidFill>
                <a:latin typeface="Malgun Gothic"/>
                <a:cs typeface="Malgun Gothic"/>
              </a:rPr>
              <a:t>모든</a:t>
            </a:r>
            <a:r>
              <a:rPr dirty="0" sz="1650" spc="-204" b="1">
                <a:solidFill>
                  <a:srgbClr val="333333"/>
                </a:solidFill>
                <a:latin typeface="Malgun Gothic"/>
                <a:cs typeface="Malgun Gothic"/>
              </a:rPr>
              <a:t> </a:t>
            </a:r>
            <a:r>
              <a:rPr dirty="0" sz="1650" spc="-305" b="1">
                <a:solidFill>
                  <a:srgbClr val="333333"/>
                </a:solidFill>
                <a:latin typeface="Malgun Gothic"/>
                <a:cs typeface="Malgun Gothic"/>
              </a:rPr>
              <a:t>작업이</a:t>
            </a:r>
            <a:r>
              <a:rPr dirty="0" sz="1650" spc="-204" b="1">
                <a:solidFill>
                  <a:srgbClr val="333333"/>
                </a:solidFill>
                <a:latin typeface="Malgun Gothic"/>
                <a:cs typeface="Malgun Gothic"/>
              </a:rPr>
              <a:t> </a:t>
            </a:r>
            <a:r>
              <a:rPr dirty="0" sz="1650" spc="-300" b="1">
                <a:solidFill>
                  <a:srgbClr val="333333"/>
                </a:solidFill>
                <a:latin typeface="Malgun Gothic"/>
                <a:cs typeface="Malgun Gothic"/>
              </a:rPr>
              <a:t>한</a:t>
            </a:r>
            <a:r>
              <a:rPr dirty="0" sz="1650" spc="-204" b="1">
                <a:solidFill>
                  <a:srgbClr val="333333"/>
                </a:solidFill>
                <a:latin typeface="Malgun Gothic"/>
                <a:cs typeface="Malgun Gothic"/>
              </a:rPr>
              <a:t> </a:t>
            </a:r>
            <a:r>
              <a:rPr dirty="0" sz="1650" spc="-325" b="1">
                <a:solidFill>
                  <a:srgbClr val="333333"/>
                </a:solidFill>
                <a:latin typeface="Malgun Gothic"/>
                <a:cs typeface="Malgun Gothic"/>
              </a:rPr>
              <a:t>화면에서</a:t>
            </a:r>
            <a:endParaRPr sz="1650">
              <a:latin typeface="Malgun Gothic"/>
              <a:cs typeface="Malgun Gothic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802304" y="4778414"/>
            <a:ext cx="2893695" cy="2330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모든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작업이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5">
                <a:solidFill>
                  <a:srgbClr val="4A5462"/>
                </a:solidFill>
                <a:latin typeface="Dotum"/>
                <a:cs typeface="Dotum"/>
              </a:rPr>
              <a:t>한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화면에서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이루어져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170">
                <a:solidFill>
                  <a:srgbClr val="4A5462"/>
                </a:solidFill>
                <a:latin typeface="Dotum"/>
                <a:cs typeface="Dotum"/>
              </a:rPr>
              <a:t>편리합니다</a:t>
            </a:r>
            <a:r>
              <a:rPr dirty="0" sz="1350" spc="-170">
                <a:solidFill>
                  <a:srgbClr val="4A5462"/>
                </a:solidFill>
                <a:latin typeface="Britannic Bold"/>
                <a:cs typeface="Britannic Bold"/>
              </a:rPr>
              <a:t>.</a:t>
            </a:r>
            <a:endParaRPr sz="1350">
              <a:latin typeface="Britannic Bold"/>
              <a:cs typeface="Britannic Bold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5964935" y="4056888"/>
            <a:ext cx="5593080" cy="1460500"/>
            <a:chOff x="5964935" y="4056888"/>
            <a:chExt cx="5593080" cy="1460500"/>
          </a:xfrm>
        </p:grpSpPr>
        <p:sp>
          <p:nvSpPr>
            <p:cNvPr id="35" name="object 35" descr=""/>
            <p:cNvSpPr/>
            <p:nvPr/>
          </p:nvSpPr>
          <p:spPr>
            <a:xfrm>
              <a:off x="5964923" y="4056900"/>
              <a:ext cx="5593080" cy="1460500"/>
            </a:xfrm>
            <a:custGeom>
              <a:avLst/>
              <a:gdLst/>
              <a:ahLst/>
              <a:cxnLst/>
              <a:rect l="l" t="t" r="r" b="b"/>
              <a:pathLst>
                <a:path w="5593080" h="1460500">
                  <a:moveTo>
                    <a:pt x="5593080" y="0"/>
                  </a:moveTo>
                  <a:lnTo>
                    <a:pt x="5417959" y="0"/>
                  </a:lnTo>
                  <a:lnTo>
                    <a:pt x="5417959" y="182740"/>
                  </a:lnTo>
                  <a:lnTo>
                    <a:pt x="5417959" y="1097356"/>
                  </a:lnTo>
                  <a:lnTo>
                    <a:pt x="5410378" y="1135481"/>
                  </a:lnTo>
                  <a:lnTo>
                    <a:pt x="5388788" y="1167803"/>
                  </a:lnTo>
                  <a:lnTo>
                    <a:pt x="5356466" y="1189393"/>
                  </a:lnTo>
                  <a:lnTo>
                    <a:pt x="5318353" y="1196975"/>
                  </a:lnTo>
                  <a:lnTo>
                    <a:pt x="274383" y="1196975"/>
                  </a:lnTo>
                  <a:lnTo>
                    <a:pt x="236258" y="1189393"/>
                  </a:lnTo>
                  <a:lnTo>
                    <a:pt x="203936" y="1167803"/>
                  </a:lnTo>
                  <a:lnTo>
                    <a:pt x="182346" y="1135481"/>
                  </a:lnTo>
                  <a:lnTo>
                    <a:pt x="174764" y="1097356"/>
                  </a:lnTo>
                  <a:lnTo>
                    <a:pt x="174764" y="182740"/>
                  </a:lnTo>
                  <a:lnTo>
                    <a:pt x="182346" y="144627"/>
                  </a:lnTo>
                  <a:lnTo>
                    <a:pt x="203936" y="112306"/>
                  </a:lnTo>
                  <a:lnTo>
                    <a:pt x="236258" y="90716"/>
                  </a:lnTo>
                  <a:lnTo>
                    <a:pt x="274383" y="83134"/>
                  </a:lnTo>
                  <a:lnTo>
                    <a:pt x="5318353" y="83134"/>
                  </a:lnTo>
                  <a:lnTo>
                    <a:pt x="5356466" y="90716"/>
                  </a:lnTo>
                  <a:lnTo>
                    <a:pt x="5388788" y="112306"/>
                  </a:lnTo>
                  <a:lnTo>
                    <a:pt x="5410378" y="144627"/>
                  </a:lnTo>
                  <a:lnTo>
                    <a:pt x="5417959" y="182740"/>
                  </a:lnTo>
                  <a:lnTo>
                    <a:pt x="5417959" y="0"/>
                  </a:lnTo>
                  <a:lnTo>
                    <a:pt x="0" y="0"/>
                  </a:lnTo>
                  <a:lnTo>
                    <a:pt x="0" y="1459992"/>
                  </a:lnTo>
                  <a:lnTo>
                    <a:pt x="5593080" y="1459992"/>
                  </a:lnTo>
                  <a:lnTo>
                    <a:pt x="5593080" y="1196975"/>
                  </a:lnTo>
                  <a:lnTo>
                    <a:pt x="5593080" y="83134"/>
                  </a:lnTo>
                  <a:lnTo>
                    <a:pt x="5593080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130641" y="4130972"/>
              <a:ext cx="5261610" cy="1132205"/>
            </a:xfrm>
            <a:custGeom>
              <a:avLst/>
              <a:gdLst/>
              <a:ahLst/>
              <a:cxnLst/>
              <a:rect l="l" t="t" r="r" b="b"/>
              <a:pathLst>
                <a:path w="5261609" h="1132204">
                  <a:moveTo>
                    <a:pt x="5152636" y="1131950"/>
                  </a:moveTo>
                  <a:lnTo>
                    <a:pt x="108667" y="1131950"/>
                  </a:lnTo>
                  <a:lnTo>
                    <a:pt x="97962" y="1131433"/>
                  </a:lnTo>
                  <a:lnTo>
                    <a:pt x="57389" y="1119104"/>
                  </a:lnTo>
                  <a:lnTo>
                    <a:pt x="24623" y="1092187"/>
                  </a:lnTo>
                  <a:lnTo>
                    <a:pt x="4652" y="1054780"/>
                  </a:lnTo>
                  <a:lnTo>
                    <a:pt x="0" y="1023283"/>
                  </a:lnTo>
                  <a:lnTo>
                    <a:pt x="0" y="108667"/>
                  </a:lnTo>
                  <a:lnTo>
                    <a:pt x="8271" y="67082"/>
                  </a:lnTo>
                  <a:lnTo>
                    <a:pt x="31827" y="31827"/>
                  </a:lnTo>
                  <a:lnTo>
                    <a:pt x="67082" y="8271"/>
                  </a:lnTo>
                  <a:lnTo>
                    <a:pt x="108667" y="0"/>
                  </a:lnTo>
                  <a:lnTo>
                    <a:pt x="5152636" y="0"/>
                  </a:lnTo>
                  <a:lnTo>
                    <a:pt x="5194221" y="8271"/>
                  </a:lnTo>
                  <a:lnTo>
                    <a:pt x="5229475" y="31827"/>
                  </a:lnTo>
                  <a:lnTo>
                    <a:pt x="5253031" y="67082"/>
                  </a:lnTo>
                  <a:lnTo>
                    <a:pt x="5261303" y="108667"/>
                  </a:lnTo>
                  <a:lnTo>
                    <a:pt x="5261303" y="1023283"/>
                  </a:lnTo>
                  <a:lnTo>
                    <a:pt x="5253031" y="1064868"/>
                  </a:lnTo>
                  <a:lnTo>
                    <a:pt x="5229475" y="1100122"/>
                  </a:lnTo>
                  <a:lnTo>
                    <a:pt x="5194220" y="1123678"/>
                  </a:lnTo>
                  <a:lnTo>
                    <a:pt x="5152636" y="11319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130641" y="4130972"/>
              <a:ext cx="5261610" cy="1132205"/>
            </a:xfrm>
            <a:custGeom>
              <a:avLst/>
              <a:gdLst/>
              <a:ahLst/>
              <a:cxnLst/>
              <a:rect l="l" t="t" r="r" b="b"/>
              <a:pathLst>
                <a:path w="5261609" h="1132204">
                  <a:moveTo>
                    <a:pt x="5152636" y="1131950"/>
                  </a:moveTo>
                  <a:lnTo>
                    <a:pt x="108667" y="1131950"/>
                  </a:lnTo>
                  <a:lnTo>
                    <a:pt x="97962" y="1131433"/>
                  </a:lnTo>
                  <a:lnTo>
                    <a:pt x="57389" y="1119104"/>
                  </a:lnTo>
                  <a:lnTo>
                    <a:pt x="24624" y="1092187"/>
                  </a:lnTo>
                  <a:lnTo>
                    <a:pt x="4652" y="1054780"/>
                  </a:lnTo>
                  <a:lnTo>
                    <a:pt x="0" y="1023283"/>
                  </a:lnTo>
                  <a:lnTo>
                    <a:pt x="0" y="108667"/>
                  </a:lnTo>
                  <a:lnTo>
                    <a:pt x="8271" y="67082"/>
                  </a:lnTo>
                  <a:lnTo>
                    <a:pt x="31827" y="31827"/>
                  </a:lnTo>
                  <a:lnTo>
                    <a:pt x="67082" y="8271"/>
                  </a:lnTo>
                  <a:lnTo>
                    <a:pt x="108667" y="0"/>
                  </a:lnTo>
                  <a:lnTo>
                    <a:pt x="5152636" y="0"/>
                  </a:lnTo>
                  <a:lnTo>
                    <a:pt x="5194221" y="8271"/>
                  </a:lnTo>
                  <a:lnTo>
                    <a:pt x="5212710" y="18111"/>
                  </a:lnTo>
                  <a:lnTo>
                    <a:pt x="102720" y="18111"/>
                  </a:lnTo>
                  <a:lnTo>
                    <a:pt x="96831" y="18691"/>
                  </a:lnTo>
                  <a:lnTo>
                    <a:pt x="53412" y="36675"/>
                  </a:lnTo>
                  <a:lnTo>
                    <a:pt x="27278" y="68519"/>
                  </a:lnTo>
                  <a:lnTo>
                    <a:pt x="18110" y="102721"/>
                  </a:lnTo>
                  <a:lnTo>
                    <a:pt x="18110" y="1029228"/>
                  </a:lnTo>
                  <a:lnTo>
                    <a:pt x="18579" y="1033987"/>
                  </a:lnTo>
                  <a:lnTo>
                    <a:pt x="18690" y="1035117"/>
                  </a:lnTo>
                  <a:lnTo>
                    <a:pt x="36675" y="1078536"/>
                  </a:lnTo>
                  <a:lnTo>
                    <a:pt x="68519" y="1104669"/>
                  </a:lnTo>
                  <a:lnTo>
                    <a:pt x="102720" y="1113838"/>
                  </a:lnTo>
                  <a:lnTo>
                    <a:pt x="5212710" y="1113838"/>
                  </a:lnTo>
                  <a:lnTo>
                    <a:pt x="5203913" y="1119104"/>
                  </a:lnTo>
                  <a:lnTo>
                    <a:pt x="5194221" y="1123678"/>
                  </a:lnTo>
                  <a:lnTo>
                    <a:pt x="5184133" y="1127297"/>
                  </a:lnTo>
                  <a:lnTo>
                    <a:pt x="5173840" y="1129882"/>
                  </a:lnTo>
                  <a:lnTo>
                    <a:pt x="5163341" y="1131433"/>
                  </a:lnTo>
                  <a:lnTo>
                    <a:pt x="5152636" y="1131950"/>
                  </a:lnTo>
                  <a:close/>
                </a:path>
                <a:path w="5261609" h="1132204">
                  <a:moveTo>
                    <a:pt x="5212710" y="1113838"/>
                  </a:moveTo>
                  <a:lnTo>
                    <a:pt x="5158583" y="1113838"/>
                  </a:lnTo>
                  <a:lnTo>
                    <a:pt x="5164470" y="1113258"/>
                  </a:lnTo>
                  <a:lnTo>
                    <a:pt x="5176133" y="1110938"/>
                  </a:lnTo>
                  <a:lnTo>
                    <a:pt x="5212464" y="1091520"/>
                  </a:lnTo>
                  <a:lnTo>
                    <a:pt x="5238573" y="1052443"/>
                  </a:lnTo>
                  <a:lnTo>
                    <a:pt x="5243192" y="1029228"/>
                  </a:lnTo>
                  <a:lnTo>
                    <a:pt x="5243192" y="102721"/>
                  </a:lnTo>
                  <a:lnTo>
                    <a:pt x="5242723" y="97962"/>
                  </a:lnTo>
                  <a:lnTo>
                    <a:pt x="5242611" y="96832"/>
                  </a:lnTo>
                  <a:lnTo>
                    <a:pt x="5224626" y="53412"/>
                  </a:lnTo>
                  <a:lnTo>
                    <a:pt x="5192782" y="27279"/>
                  </a:lnTo>
                  <a:lnTo>
                    <a:pt x="5158583" y="18111"/>
                  </a:lnTo>
                  <a:lnTo>
                    <a:pt x="5212710" y="18111"/>
                  </a:lnTo>
                  <a:lnTo>
                    <a:pt x="5243006" y="48283"/>
                  </a:lnTo>
                  <a:lnTo>
                    <a:pt x="5259235" y="87463"/>
                  </a:lnTo>
                  <a:lnTo>
                    <a:pt x="5261304" y="108667"/>
                  </a:lnTo>
                  <a:lnTo>
                    <a:pt x="5261304" y="1023283"/>
                  </a:lnTo>
                  <a:lnTo>
                    <a:pt x="5253031" y="1064868"/>
                  </a:lnTo>
                  <a:lnTo>
                    <a:pt x="5229475" y="1100122"/>
                  </a:lnTo>
                  <a:lnTo>
                    <a:pt x="5213019" y="1113653"/>
                  </a:lnTo>
                  <a:lnTo>
                    <a:pt x="5212710" y="1113838"/>
                  </a:lnTo>
                  <a:close/>
                </a:path>
              </a:pathLst>
            </a:custGeom>
            <a:solidFill>
              <a:srgbClr val="4A8FE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64609" y="4415008"/>
              <a:ext cx="247649" cy="193674"/>
            </a:xfrm>
            <a:prstGeom prst="rect">
              <a:avLst/>
            </a:prstGeom>
          </p:spPr>
        </p:pic>
      </p:grpSp>
      <p:sp>
        <p:nvSpPr>
          <p:cNvPr id="39" name="object 39" descr=""/>
          <p:cNvSpPr txBox="1"/>
          <p:nvPr/>
        </p:nvSpPr>
        <p:spPr>
          <a:xfrm>
            <a:off x="6744475" y="4350586"/>
            <a:ext cx="1277620" cy="2794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650" spc="-305" b="1">
                <a:solidFill>
                  <a:srgbClr val="333333"/>
                </a:solidFill>
                <a:latin typeface="Malgun Gothic"/>
                <a:cs typeface="Malgun Gothic"/>
              </a:rPr>
              <a:t>실시간</a:t>
            </a:r>
            <a:r>
              <a:rPr dirty="0" sz="1650" spc="-200" b="1">
                <a:solidFill>
                  <a:srgbClr val="333333"/>
                </a:solidFill>
                <a:latin typeface="Malgun Gothic"/>
                <a:cs typeface="Malgun Gothic"/>
              </a:rPr>
              <a:t> </a:t>
            </a:r>
            <a:r>
              <a:rPr dirty="0" sz="1650" spc="-325" b="1">
                <a:solidFill>
                  <a:srgbClr val="333333"/>
                </a:solidFill>
                <a:latin typeface="Malgun Gothic"/>
                <a:cs typeface="Malgun Gothic"/>
              </a:rPr>
              <a:t>미리보기</a:t>
            </a:r>
            <a:endParaRPr sz="1650">
              <a:latin typeface="Malgun Gothic"/>
              <a:cs typeface="Malgun Gothic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6355084" y="4778414"/>
            <a:ext cx="3887470" cy="2330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취합된</a:t>
            </a:r>
            <a:r>
              <a:rPr dirty="0" sz="1300" spc="-9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데이터를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즉시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확인할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5">
                <a:solidFill>
                  <a:srgbClr val="4A5462"/>
                </a:solidFill>
                <a:latin typeface="Dotum"/>
                <a:cs typeface="Dotum"/>
              </a:rPr>
              <a:t>수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있는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결과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미리보기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영역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95">
                <a:solidFill>
                  <a:srgbClr val="4A5462"/>
                </a:solidFill>
                <a:latin typeface="Dotum"/>
                <a:cs typeface="Dotum"/>
              </a:rPr>
              <a:t>제공</a:t>
            </a:r>
            <a:r>
              <a:rPr dirty="0" sz="1350" spc="-95">
                <a:solidFill>
                  <a:srgbClr val="4A5462"/>
                </a:solidFill>
                <a:latin typeface="Britannic Bold"/>
                <a:cs typeface="Britannic Bold"/>
              </a:rPr>
              <a:t>.</a:t>
            </a:r>
            <a:endParaRPr sz="1350">
              <a:latin typeface="Britannic Bold"/>
              <a:cs typeface="Britannic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54055" y="0"/>
            <a:ext cx="1620926" cy="1621535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0" y="0"/>
            <a:ext cx="11975465" cy="6736080"/>
            <a:chOff x="0" y="0"/>
            <a:chExt cx="11975465" cy="673608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583935"/>
              <a:ext cx="1152143" cy="11519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1974982" cy="673592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117600">
              <a:lnSpc>
                <a:spcPct val="100000"/>
              </a:lnSpc>
              <a:spcBef>
                <a:spcPts val="95"/>
              </a:spcBef>
            </a:pPr>
            <a:r>
              <a:rPr dirty="0" spc="-570"/>
              <a:t>핵심</a:t>
            </a:r>
            <a:r>
              <a:rPr dirty="0" spc="-430"/>
              <a:t> </a:t>
            </a:r>
            <a:r>
              <a:rPr dirty="0" spc="-570"/>
              <a:t>기능</a:t>
            </a:r>
            <a:r>
              <a:rPr dirty="0" spc="-430"/>
              <a:t> </a:t>
            </a:r>
            <a:r>
              <a:rPr dirty="0" spc="-570"/>
              <a:t>상세</a:t>
            </a:r>
            <a:r>
              <a:rPr dirty="0" spc="-430"/>
              <a:t> </a:t>
            </a:r>
            <a:r>
              <a:rPr dirty="0" spc="-595"/>
              <a:t>설명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286511" y="1045464"/>
            <a:ext cx="11399520" cy="5565775"/>
            <a:chOff x="286511" y="1045464"/>
            <a:chExt cx="11399520" cy="5565775"/>
          </a:xfrm>
        </p:grpSpPr>
        <p:sp>
          <p:nvSpPr>
            <p:cNvPr id="8" name="object 8" descr=""/>
            <p:cNvSpPr/>
            <p:nvPr/>
          </p:nvSpPr>
          <p:spPr>
            <a:xfrm>
              <a:off x="286499" y="1045476"/>
              <a:ext cx="11399520" cy="1905000"/>
            </a:xfrm>
            <a:custGeom>
              <a:avLst/>
              <a:gdLst/>
              <a:ahLst/>
              <a:cxnLst/>
              <a:rect l="l" t="t" r="r" b="b"/>
              <a:pathLst>
                <a:path w="11399520" h="1905000">
                  <a:moveTo>
                    <a:pt x="11399520" y="0"/>
                  </a:moveTo>
                  <a:lnTo>
                    <a:pt x="11282185" y="0"/>
                  </a:lnTo>
                  <a:lnTo>
                    <a:pt x="11282185" y="126174"/>
                  </a:lnTo>
                  <a:lnTo>
                    <a:pt x="11282185" y="1655406"/>
                  </a:lnTo>
                  <a:lnTo>
                    <a:pt x="11270666" y="1693405"/>
                  </a:lnTo>
                  <a:lnTo>
                    <a:pt x="11239970" y="1718576"/>
                  </a:lnTo>
                  <a:lnTo>
                    <a:pt x="11213808" y="1723783"/>
                  </a:lnTo>
                  <a:lnTo>
                    <a:pt x="185940" y="1723783"/>
                  </a:lnTo>
                  <a:lnTo>
                    <a:pt x="147942" y="1712277"/>
                  </a:lnTo>
                  <a:lnTo>
                    <a:pt x="122758" y="1681568"/>
                  </a:lnTo>
                  <a:lnTo>
                    <a:pt x="117563" y="1655406"/>
                  </a:lnTo>
                  <a:lnTo>
                    <a:pt x="117563" y="126174"/>
                  </a:lnTo>
                  <a:lnTo>
                    <a:pt x="129070" y="88176"/>
                  </a:lnTo>
                  <a:lnTo>
                    <a:pt x="159766" y="63004"/>
                  </a:lnTo>
                  <a:lnTo>
                    <a:pt x="185940" y="57797"/>
                  </a:lnTo>
                  <a:lnTo>
                    <a:pt x="11213808" y="57797"/>
                  </a:lnTo>
                  <a:lnTo>
                    <a:pt x="11251806" y="69303"/>
                  </a:lnTo>
                  <a:lnTo>
                    <a:pt x="11276978" y="100012"/>
                  </a:lnTo>
                  <a:lnTo>
                    <a:pt x="11282185" y="126174"/>
                  </a:lnTo>
                  <a:lnTo>
                    <a:pt x="11282185" y="0"/>
                  </a:lnTo>
                  <a:lnTo>
                    <a:pt x="0" y="0"/>
                  </a:lnTo>
                  <a:lnTo>
                    <a:pt x="0" y="1905000"/>
                  </a:lnTo>
                  <a:lnTo>
                    <a:pt x="11399520" y="1905000"/>
                  </a:lnTo>
                  <a:lnTo>
                    <a:pt x="11399520" y="1723783"/>
                  </a:lnTo>
                  <a:lnTo>
                    <a:pt x="11399520" y="57797"/>
                  </a:lnTo>
                  <a:lnTo>
                    <a:pt x="11399520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97848" y="1097047"/>
              <a:ext cx="11177270" cy="1678939"/>
            </a:xfrm>
            <a:custGeom>
              <a:avLst/>
              <a:gdLst/>
              <a:ahLst/>
              <a:cxnLst/>
              <a:rect l="l" t="t" r="r" b="b"/>
              <a:pathLst>
                <a:path w="11177270" h="1678939">
                  <a:moveTo>
                    <a:pt x="11102464" y="1678424"/>
                  </a:moveTo>
                  <a:lnTo>
                    <a:pt x="74596" y="1678424"/>
                  </a:lnTo>
                  <a:lnTo>
                    <a:pt x="67248" y="1678069"/>
                  </a:lnTo>
                  <a:lnTo>
                    <a:pt x="27295" y="1661520"/>
                  </a:lnTo>
                  <a:lnTo>
                    <a:pt x="3194" y="1625449"/>
                  </a:lnTo>
                  <a:lnTo>
                    <a:pt x="0" y="1603827"/>
                  </a:lnTo>
                  <a:lnTo>
                    <a:pt x="0" y="74596"/>
                  </a:lnTo>
                  <a:lnTo>
                    <a:pt x="12560" y="33145"/>
                  </a:lnTo>
                  <a:lnTo>
                    <a:pt x="46049" y="5678"/>
                  </a:lnTo>
                  <a:lnTo>
                    <a:pt x="74596" y="0"/>
                  </a:lnTo>
                  <a:lnTo>
                    <a:pt x="11102464" y="0"/>
                  </a:lnTo>
                  <a:lnTo>
                    <a:pt x="11143914" y="12560"/>
                  </a:lnTo>
                  <a:lnTo>
                    <a:pt x="11171381" y="46049"/>
                  </a:lnTo>
                  <a:lnTo>
                    <a:pt x="11177061" y="74596"/>
                  </a:lnTo>
                  <a:lnTo>
                    <a:pt x="11177061" y="1603827"/>
                  </a:lnTo>
                  <a:lnTo>
                    <a:pt x="11164499" y="1645278"/>
                  </a:lnTo>
                  <a:lnTo>
                    <a:pt x="11131010" y="1672745"/>
                  </a:lnTo>
                  <a:lnTo>
                    <a:pt x="11102464" y="1678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97848" y="1097047"/>
              <a:ext cx="11177270" cy="1678939"/>
            </a:xfrm>
            <a:custGeom>
              <a:avLst/>
              <a:gdLst/>
              <a:ahLst/>
              <a:cxnLst/>
              <a:rect l="l" t="t" r="r" b="b"/>
              <a:pathLst>
                <a:path w="11177270" h="1678939">
                  <a:moveTo>
                    <a:pt x="11102465" y="1678424"/>
                  </a:moveTo>
                  <a:lnTo>
                    <a:pt x="74596" y="1678424"/>
                  </a:lnTo>
                  <a:lnTo>
                    <a:pt x="67248" y="1678069"/>
                  </a:lnTo>
                  <a:lnTo>
                    <a:pt x="27295" y="1661520"/>
                  </a:lnTo>
                  <a:lnTo>
                    <a:pt x="3194" y="1625449"/>
                  </a:lnTo>
                  <a:lnTo>
                    <a:pt x="469" y="1611951"/>
                  </a:lnTo>
                  <a:lnTo>
                    <a:pt x="354" y="1611176"/>
                  </a:lnTo>
                  <a:lnTo>
                    <a:pt x="0" y="1603827"/>
                  </a:lnTo>
                  <a:lnTo>
                    <a:pt x="0" y="74596"/>
                  </a:lnTo>
                  <a:lnTo>
                    <a:pt x="354" y="67248"/>
                  </a:lnTo>
                  <a:lnTo>
                    <a:pt x="16903" y="27295"/>
                  </a:lnTo>
                  <a:lnTo>
                    <a:pt x="52974" y="3194"/>
                  </a:lnTo>
                  <a:lnTo>
                    <a:pt x="74596" y="0"/>
                  </a:lnTo>
                  <a:lnTo>
                    <a:pt x="11102465" y="0"/>
                  </a:lnTo>
                  <a:lnTo>
                    <a:pt x="11143702" y="12432"/>
                  </a:lnTo>
                  <a:lnTo>
                    <a:pt x="70514" y="12432"/>
                  </a:lnTo>
                  <a:lnTo>
                    <a:pt x="66472" y="12830"/>
                  </a:lnTo>
                  <a:lnTo>
                    <a:pt x="27753" y="33526"/>
                  </a:lnTo>
                  <a:lnTo>
                    <a:pt x="12432" y="70514"/>
                  </a:lnTo>
                  <a:lnTo>
                    <a:pt x="12432" y="1607909"/>
                  </a:lnTo>
                  <a:lnTo>
                    <a:pt x="27753" y="1644897"/>
                  </a:lnTo>
                  <a:lnTo>
                    <a:pt x="66472" y="1665592"/>
                  </a:lnTo>
                  <a:lnTo>
                    <a:pt x="70514" y="1665991"/>
                  </a:lnTo>
                  <a:lnTo>
                    <a:pt x="11143702" y="1665991"/>
                  </a:lnTo>
                  <a:lnTo>
                    <a:pt x="11137663" y="1669605"/>
                  </a:lnTo>
                  <a:lnTo>
                    <a:pt x="11131010" y="1672745"/>
                  </a:lnTo>
                  <a:lnTo>
                    <a:pt x="11124085" y="1675229"/>
                  </a:lnTo>
                  <a:lnTo>
                    <a:pt x="11117019" y="1677004"/>
                  </a:lnTo>
                  <a:lnTo>
                    <a:pt x="11109813" y="1678069"/>
                  </a:lnTo>
                  <a:lnTo>
                    <a:pt x="11102465" y="1678424"/>
                  </a:lnTo>
                  <a:close/>
                </a:path>
                <a:path w="11177270" h="1678939">
                  <a:moveTo>
                    <a:pt x="11143702" y="1665991"/>
                  </a:moveTo>
                  <a:lnTo>
                    <a:pt x="11106546" y="1665991"/>
                  </a:lnTo>
                  <a:lnTo>
                    <a:pt x="11110588" y="1665592"/>
                  </a:lnTo>
                  <a:lnTo>
                    <a:pt x="11118594" y="1664000"/>
                  </a:lnTo>
                  <a:lnTo>
                    <a:pt x="11151883" y="1641757"/>
                  </a:lnTo>
                  <a:lnTo>
                    <a:pt x="11164628" y="1607909"/>
                  </a:lnTo>
                  <a:lnTo>
                    <a:pt x="11164628" y="70514"/>
                  </a:lnTo>
                  <a:lnTo>
                    <a:pt x="11164306" y="67248"/>
                  </a:lnTo>
                  <a:lnTo>
                    <a:pt x="11164229" y="66472"/>
                  </a:lnTo>
                  <a:lnTo>
                    <a:pt x="11143535" y="27753"/>
                  </a:lnTo>
                  <a:lnTo>
                    <a:pt x="11106546" y="12432"/>
                  </a:lnTo>
                  <a:lnTo>
                    <a:pt x="11143702" y="12432"/>
                  </a:lnTo>
                  <a:lnTo>
                    <a:pt x="11171381" y="46049"/>
                  </a:lnTo>
                  <a:lnTo>
                    <a:pt x="11176591" y="66472"/>
                  </a:lnTo>
                  <a:lnTo>
                    <a:pt x="11176706" y="67248"/>
                  </a:lnTo>
                  <a:lnTo>
                    <a:pt x="11177061" y="74596"/>
                  </a:lnTo>
                  <a:lnTo>
                    <a:pt x="11177061" y="1603827"/>
                  </a:lnTo>
                  <a:lnTo>
                    <a:pt x="11176706" y="1611176"/>
                  </a:lnTo>
                  <a:lnTo>
                    <a:pt x="11160156" y="1651127"/>
                  </a:lnTo>
                  <a:lnTo>
                    <a:pt x="11143914" y="1665863"/>
                  </a:lnTo>
                  <a:lnTo>
                    <a:pt x="11143702" y="1665991"/>
                  </a:lnTo>
                  <a:close/>
                </a:path>
              </a:pathLst>
            </a:custGeom>
            <a:solidFill>
              <a:srgbClr val="4A8FE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474" y="1258673"/>
              <a:ext cx="372983" cy="372983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0018" y="1367762"/>
              <a:ext cx="114300" cy="152400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473276" y="2091676"/>
              <a:ext cx="1001394" cy="199390"/>
            </a:xfrm>
            <a:custGeom>
              <a:avLst/>
              <a:gdLst/>
              <a:ahLst/>
              <a:cxnLst/>
              <a:rect l="l" t="t" r="r" b="b"/>
              <a:pathLst>
                <a:path w="1001394" h="199389">
                  <a:moveTo>
                    <a:pt x="491096" y="21564"/>
                  </a:moveTo>
                  <a:lnTo>
                    <a:pt x="469531" y="0"/>
                  </a:lnTo>
                  <a:lnTo>
                    <a:pt x="21564" y="0"/>
                  </a:lnTo>
                  <a:lnTo>
                    <a:pt x="0" y="21564"/>
                  </a:lnTo>
                  <a:lnTo>
                    <a:pt x="0" y="174053"/>
                  </a:lnTo>
                  <a:lnTo>
                    <a:pt x="0" y="177355"/>
                  </a:lnTo>
                  <a:lnTo>
                    <a:pt x="21564" y="198920"/>
                  </a:lnTo>
                  <a:lnTo>
                    <a:pt x="469531" y="198920"/>
                  </a:lnTo>
                  <a:lnTo>
                    <a:pt x="491096" y="177355"/>
                  </a:lnTo>
                  <a:lnTo>
                    <a:pt x="491096" y="21564"/>
                  </a:lnTo>
                  <a:close/>
                </a:path>
                <a:path w="1001394" h="199389">
                  <a:moveTo>
                    <a:pt x="1000836" y="21564"/>
                  </a:moveTo>
                  <a:lnTo>
                    <a:pt x="979271" y="0"/>
                  </a:lnTo>
                  <a:lnTo>
                    <a:pt x="605904" y="0"/>
                  </a:lnTo>
                  <a:lnTo>
                    <a:pt x="584339" y="21564"/>
                  </a:lnTo>
                  <a:lnTo>
                    <a:pt x="584339" y="174053"/>
                  </a:lnTo>
                  <a:lnTo>
                    <a:pt x="584339" y="177355"/>
                  </a:lnTo>
                  <a:lnTo>
                    <a:pt x="605904" y="198920"/>
                  </a:lnTo>
                  <a:lnTo>
                    <a:pt x="979271" y="198920"/>
                  </a:lnTo>
                  <a:lnTo>
                    <a:pt x="1000836" y="177355"/>
                  </a:lnTo>
                  <a:lnTo>
                    <a:pt x="1000836" y="21564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86499" y="2874276"/>
              <a:ext cx="11399520" cy="1911350"/>
            </a:xfrm>
            <a:custGeom>
              <a:avLst/>
              <a:gdLst/>
              <a:ahLst/>
              <a:cxnLst/>
              <a:rect l="l" t="t" r="r" b="b"/>
              <a:pathLst>
                <a:path w="11399520" h="1911350">
                  <a:moveTo>
                    <a:pt x="11399520" y="0"/>
                  </a:moveTo>
                  <a:lnTo>
                    <a:pt x="11282185" y="0"/>
                  </a:lnTo>
                  <a:lnTo>
                    <a:pt x="11282185" y="124993"/>
                  </a:lnTo>
                  <a:lnTo>
                    <a:pt x="11282185" y="1660436"/>
                  </a:lnTo>
                  <a:lnTo>
                    <a:pt x="11270666" y="1698434"/>
                  </a:lnTo>
                  <a:lnTo>
                    <a:pt x="11239970" y="1723618"/>
                  </a:lnTo>
                  <a:lnTo>
                    <a:pt x="11213808" y="1728825"/>
                  </a:lnTo>
                  <a:lnTo>
                    <a:pt x="185940" y="1728825"/>
                  </a:lnTo>
                  <a:lnTo>
                    <a:pt x="147942" y="1717306"/>
                  </a:lnTo>
                  <a:lnTo>
                    <a:pt x="122758" y="1686610"/>
                  </a:lnTo>
                  <a:lnTo>
                    <a:pt x="117563" y="1660436"/>
                  </a:lnTo>
                  <a:lnTo>
                    <a:pt x="117563" y="124993"/>
                  </a:lnTo>
                  <a:lnTo>
                    <a:pt x="129070" y="86995"/>
                  </a:lnTo>
                  <a:lnTo>
                    <a:pt x="159766" y="61810"/>
                  </a:lnTo>
                  <a:lnTo>
                    <a:pt x="185940" y="56616"/>
                  </a:lnTo>
                  <a:lnTo>
                    <a:pt x="11213808" y="56616"/>
                  </a:lnTo>
                  <a:lnTo>
                    <a:pt x="11251806" y="68122"/>
                  </a:lnTo>
                  <a:lnTo>
                    <a:pt x="11276978" y="98818"/>
                  </a:lnTo>
                  <a:lnTo>
                    <a:pt x="11282185" y="124993"/>
                  </a:lnTo>
                  <a:lnTo>
                    <a:pt x="11282185" y="0"/>
                  </a:lnTo>
                  <a:lnTo>
                    <a:pt x="0" y="0"/>
                  </a:lnTo>
                  <a:lnTo>
                    <a:pt x="0" y="1911096"/>
                  </a:lnTo>
                  <a:lnTo>
                    <a:pt x="11399520" y="1911096"/>
                  </a:lnTo>
                  <a:lnTo>
                    <a:pt x="11399520" y="1728825"/>
                  </a:lnTo>
                  <a:lnTo>
                    <a:pt x="11399520" y="56616"/>
                  </a:lnTo>
                  <a:lnTo>
                    <a:pt x="11399520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97848" y="2924665"/>
              <a:ext cx="11177270" cy="1684655"/>
            </a:xfrm>
            <a:custGeom>
              <a:avLst/>
              <a:gdLst/>
              <a:ahLst/>
              <a:cxnLst/>
              <a:rect l="l" t="t" r="r" b="b"/>
              <a:pathLst>
                <a:path w="11177270" h="1684654">
                  <a:moveTo>
                    <a:pt x="11102464" y="1684640"/>
                  </a:moveTo>
                  <a:lnTo>
                    <a:pt x="74596" y="1684640"/>
                  </a:lnTo>
                  <a:lnTo>
                    <a:pt x="67248" y="1684285"/>
                  </a:lnTo>
                  <a:lnTo>
                    <a:pt x="27296" y="1667736"/>
                  </a:lnTo>
                  <a:lnTo>
                    <a:pt x="3194" y="1631665"/>
                  </a:lnTo>
                  <a:lnTo>
                    <a:pt x="0" y="1610043"/>
                  </a:lnTo>
                  <a:lnTo>
                    <a:pt x="0" y="74596"/>
                  </a:lnTo>
                  <a:lnTo>
                    <a:pt x="12560" y="33145"/>
                  </a:lnTo>
                  <a:lnTo>
                    <a:pt x="46049" y="5678"/>
                  </a:lnTo>
                  <a:lnTo>
                    <a:pt x="74596" y="0"/>
                  </a:lnTo>
                  <a:lnTo>
                    <a:pt x="11102464" y="0"/>
                  </a:lnTo>
                  <a:lnTo>
                    <a:pt x="11143914" y="12560"/>
                  </a:lnTo>
                  <a:lnTo>
                    <a:pt x="11171381" y="46049"/>
                  </a:lnTo>
                  <a:lnTo>
                    <a:pt x="11177061" y="74596"/>
                  </a:lnTo>
                  <a:lnTo>
                    <a:pt x="11177061" y="1610043"/>
                  </a:lnTo>
                  <a:lnTo>
                    <a:pt x="11164499" y="1651495"/>
                  </a:lnTo>
                  <a:lnTo>
                    <a:pt x="11131010" y="1678961"/>
                  </a:lnTo>
                  <a:lnTo>
                    <a:pt x="11102464" y="16846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97848" y="2924665"/>
              <a:ext cx="11177270" cy="1684655"/>
            </a:xfrm>
            <a:custGeom>
              <a:avLst/>
              <a:gdLst/>
              <a:ahLst/>
              <a:cxnLst/>
              <a:rect l="l" t="t" r="r" b="b"/>
              <a:pathLst>
                <a:path w="11177270" h="1684654">
                  <a:moveTo>
                    <a:pt x="11102465" y="1684640"/>
                  </a:moveTo>
                  <a:lnTo>
                    <a:pt x="74596" y="1684640"/>
                  </a:lnTo>
                  <a:lnTo>
                    <a:pt x="67248" y="1684285"/>
                  </a:lnTo>
                  <a:lnTo>
                    <a:pt x="27296" y="1667736"/>
                  </a:lnTo>
                  <a:lnTo>
                    <a:pt x="3194" y="1631665"/>
                  </a:lnTo>
                  <a:lnTo>
                    <a:pt x="469" y="1618167"/>
                  </a:lnTo>
                  <a:lnTo>
                    <a:pt x="354" y="1617392"/>
                  </a:lnTo>
                  <a:lnTo>
                    <a:pt x="0" y="1610043"/>
                  </a:lnTo>
                  <a:lnTo>
                    <a:pt x="0" y="74596"/>
                  </a:lnTo>
                  <a:lnTo>
                    <a:pt x="354" y="67248"/>
                  </a:lnTo>
                  <a:lnTo>
                    <a:pt x="16903" y="27295"/>
                  </a:lnTo>
                  <a:lnTo>
                    <a:pt x="52974" y="3194"/>
                  </a:lnTo>
                  <a:lnTo>
                    <a:pt x="74596" y="0"/>
                  </a:lnTo>
                  <a:lnTo>
                    <a:pt x="11102465" y="0"/>
                  </a:lnTo>
                  <a:lnTo>
                    <a:pt x="11143702" y="12432"/>
                  </a:lnTo>
                  <a:lnTo>
                    <a:pt x="70514" y="12432"/>
                  </a:lnTo>
                  <a:lnTo>
                    <a:pt x="66472" y="12830"/>
                  </a:lnTo>
                  <a:lnTo>
                    <a:pt x="27753" y="33526"/>
                  </a:lnTo>
                  <a:lnTo>
                    <a:pt x="12432" y="70515"/>
                  </a:lnTo>
                  <a:lnTo>
                    <a:pt x="12432" y="1614125"/>
                  </a:lnTo>
                  <a:lnTo>
                    <a:pt x="27753" y="1651114"/>
                  </a:lnTo>
                  <a:lnTo>
                    <a:pt x="66472" y="1671809"/>
                  </a:lnTo>
                  <a:lnTo>
                    <a:pt x="70514" y="1672207"/>
                  </a:lnTo>
                  <a:lnTo>
                    <a:pt x="11143702" y="1672207"/>
                  </a:lnTo>
                  <a:lnTo>
                    <a:pt x="11137663" y="1675821"/>
                  </a:lnTo>
                  <a:lnTo>
                    <a:pt x="11131010" y="1678961"/>
                  </a:lnTo>
                  <a:lnTo>
                    <a:pt x="11124085" y="1681446"/>
                  </a:lnTo>
                  <a:lnTo>
                    <a:pt x="11117019" y="1683220"/>
                  </a:lnTo>
                  <a:lnTo>
                    <a:pt x="11109813" y="1684285"/>
                  </a:lnTo>
                  <a:lnTo>
                    <a:pt x="11102465" y="1684640"/>
                  </a:lnTo>
                  <a:close/>
                </a:path>
                <a:path w="11177270" h="1684654">
                  <a:moveTo>
                    <a:pt x="11143702" y="1672207"/>
                  </a:moveTo>
                  <a:lnTo>
                    <a:pt x="11106546" y="1672207"/>
                  </a:lnTo>
                  <a:lnTo>
                    <a:pt x="11110588" y="1671809"/>
                  </a:lnTo>
                  <a:lnTo>
                    <a:pt x="11118594" y="1670216"/>
                  </a:lnTo>
                  <a:lnTo>
                    <a:pt x="11151883" y="1647973"/>
                  </a:lnTo>
                  <a:lnTo>
                    <a:pt x="11164628" y="1614125"/>
                  </a:lnTo>
                  <a:lnTo>
                    <a:pt x="11164628" y="70515"/>
                  </a:lnTo>
                  <a:lnTo>
                    <a:pt x="11164306" y="67248"/>
                  </a:lnTo>
                  <a:lnTo>
                    <a:pt x="11164229" y="66472"/>
                  </a:lnTo>
                  <a:lnTo>
                    <a:pt x="11143535" y="27753"/>
                  </a:lnTo>
                  <a:lnTo>
                    <a:pt x="11106546" y="12432"/>
                  </a:lnTo>
                  <a:lnTo>
                    <a:pt x="11143702" y="12432"/>
                  </a:lnTo>
                  <a:lnTo>
                    <a:pt x="11171381" y="46049"/>
                  </a:lnTo>
                  <a:lnTo>
                    <a:pt x="11177061" y="1610043"/>
                  </a:lnTo>
                  <a:lnTo>
                    <a:pt x="11176706" y="1617392"/>
                  </a:lnTo>
                  <a:lnTo>
                    <a:pt x="11160156" y="1657344"/>
                  </a:lnTo>
                  <a:lnTo>
                    <a:pt x="11143914" y="1672080"/>
                  </a:lnTo>
                  <a:lnTo>
                    <a:pt x="11143702" y="1672207"/>
                  </a:lnTo>
                  <a:close/>
                </a:path>
              </a:pathLst>
            </a:custGeom>
            <a:solidFill>
              <a:srgbClr val="4A8FE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9474" y="3086291"/>
              <a:ext cx="372983" cy="372983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473276" y="3925506"/>
              <a:ext cx="1001394" cy="199390"/>
            </a:xfrm>
            <a:custGeom>
              <a:avLst/>
              <a:gdLst/>
              <a:ahLst/>
              <a:cxnLst/>
              <a:rect l="l" t="t" r="r" b="b"/>
              <a:pathLst>
                <a:path w="1001394" h="199389">
                  <a:moveTo>
                    <a:pt x="491096" y="21577"/>
                  </a:moveTo>
                  <a:lnTo>
                    <a:pt x="469531" y="0"/>
                  </a:lnTo>
                  <a:lnTo>
                    <a:pt x="21564" y="0"/>
                  </a:lnTo>
                  <a:lnTo>
                    <a:pt x="0" y="21577"/>
                  </a:lnTo>
                  <a:lnTo>
                    <a:pt x="0" y="174066"/>
                  </a:lnTo>
                  <a:lnTo>
                    <a:pt x="0" y="177355"/>
                  </a:lnTo>
                  <a:lnTo>
                    <a:pt x="21564" y="198932"/>
                  </a:lnTo>
                  <a:lnTo>
                    <a:pt x="469531" y="198932"/>
                  </a:lnTo>
                  <a:lnTo>
                    <a:pt x="491096" y="177355"/>
                  </a:lnTo>
                  <a:lnTo>
                    <a:pt x="491096" y="21577"/>
                  </a:lnTo>
                  <a:close/>
                </a:path>
                <a:path w="1001394" h="199389">
                  <a:moveTo>
                    <a:pt x="1000836" y="21577"/>
                  </a:moveTo>
                  <a:lnTo>
                    <a:pt x="979271" y="0"/>
                  </a:lnTo>
                  <a:lnTo>
                    <a:pt x="605904" y="0"/>
                  </a:lnTo>
                  <a:lnTo>
                    <a:pt x="584339" y="21577"/>
                  </a:lnTo>
                  <a:lnTo>
                    <a:pt x="584339" y="174066"/>
                  </a:lnTo>
                  <a:lnTo>
                    <a:pt x="584339" y="177355"/>
                  </a:lnTo>
                  <a:lnTo>
                    <a:pt x="605904" y="198932"/>
                  </a:lnTo>
                  <a:lnTo>
                    <a:pt x="979271" y="198932"/>
                  </a:lnTo>
                  <a:lnTo>
                    <a:pt x="1000836" y="177355"/>
                  </a:lnTo>
                  <a:lnTo>
                    <a:pt x="1000836" y="21577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86499" y="4709172"/>
              <a:ext cx="11399520" cy="1902460"/>
            </a:xfrm>
            <a:custGeom>
              <a:avLst/>
              <a:gdLst/>
              <a:ahLst/>
              <a:cxnLst/>
              <a:rect l="l" t="t" r="r" b="b"/>
              <a:pathLst>
                <a:path w="11399520" h="1902459">
                  <a:moveTo>
                    <a:pt x="11399520" y="0"/>
                  </a:moveTo>
                  <a:lnTo>
                    <a:pt x="11282185" y="0"/>
                  </a:lnTo>
                  <a:lnTo>
                    <a:pt x="11282185" y="123926"/>
                  </a:lnTo>
                  <a:lnTo>
                    <a:pt x="11282185" y="1653159"/>
                  </a:lnTo>
                  <a:lnTo>
                    <a:pt x="11270666" y="1691157"/>
                  </a:lnTo>
                  <a:lnTo>
                    <a:pt x="11239970" y="1716328"/>
                  </a:lnTo>
                  <a:lnTo>
                    <a:pt x="11213808" y="1721535"/>
                  </a:lnTo>
                  <a:lnTo>
                    <a:pt x="185940" y="1721535"/>
                  </a:lnTo>
                  <a:lnTo>
                    <a:pt x="147942" y="1710029"/>
                  </a:lnTo>
                  <a:lnTo>
                    <a:pt x="122758" y="1679333"/>
                  </a:lnTo>
                  <a:lnTo>
                    <a:pt x="117563" y="1653159"/>
                  </a:lnTo>
                  <a:lnTo>
                    <a:pt x="117563" y="123926"/>
                  </a:lnTo>
                  <a:lnTo>
                    <a:pt x="129070" y="85928"/>
                  </a:lnTo>
                  <a:lnTo>
                    <a:pt x="159766" y="60756"/>
                  </a:lnTo>
                  <a:lnTo>
                    <a:pt x="185940" y="55549"/>
                  </a:lnTo>
                  <a:lnTo>
                    <a:pt x="11213808" y="55549"/>
                  </a:lnTo>
                  <a:lnTo>
                    <a:pt x="11251806" y="67068"/>
                  </a:lnTo>
                  <a:lnTo>
                    <a:pt x="11276978" y="97764"/>
                  </a:lnTo>
                  <a:lnTo>
                    <a:pt x="11282185" y="123926"/>
                  </a:lnTo>
                  <a:lnTo>
                    <a:pt x="11282185" y="0"/>
                  </a:lnTo>
                  <a:lnTo>
                    <a:pt x="0" y="0"/>
                  </a:lnTo>
                  <a:lnTo>
                    <a:pt x="0" y="1901952"/>
                  </a:lnTo>
                  <a:lnTo>
                    <a:pt x="11399520" y="1901952"/>
                  </a:lnTo>
                  <a:lnTo>
                    <a:pt x="11399520" y="1721535"/>
                  </a:lnTo>
                  <a:lnTo>
                    <a:pt x="11399520" y="55549"/>
                  </a:lnTo>
                  <a:lnTo>
                    <a:pt x="11399520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97848" y="4758498"/>
              <a:ext cx="11177270" cy="1678939"/>
            </a:xfrm>
            <a:custGeom>
              <a:avLst/>
              <a:gdLst/>
              <a:ahLst/>
              <a:cxnLst/>
              <a:rect l="l" t="t" r="r" b="b"/>
              <a:pathLst>
                <a:path w="11177270" h="1678939">
                  <a:moveTo>
                    <a:pt x="11102464" y="1678424"/>
                  </a:moveTo>
                  <a:lnTo>
                    <a:pt x="74596" y="1678424"/>
                  </a:lnTo>
                  <a:lnTo>
                    <a:pt x="67248" y="1678069"/>
                  </a:lnTo>
                  <a:lnTo>
                    <a:pt x="27296" y="1661520"/>
                  </a:lnTo>
                  <a:lnTo>
                    <a:pt x="3194" y="1625449"/>
                  </a:lnTo>
                  <a:lnTo>
                    <a:pt x="0" y="1603827"/>
                  </a:lnTo>
                  <a:lnTo>
                    <a:pt x="0" y="74596"/>
                  </a:lnTo>
                  <a:lnTo>
                    <a:pt x="12560" y="33145"/>
                  </a:lnTo>
                  <a:lnTo>
                    <a:pt x="46049" y="5678"/>
                  </a:lnTo>
                  <a:lnTo>
                    <a:pt x="74596" y="0"/>
                  </a:lnTo>
                  <a:lnTo>
                    <a:pt x="11102464" y="0"/>
                  </a:lnTo>
                  <a:lnTo>
                    <a:pt x="11143914" y="12560"/>
                  </a:lnTo>
                  <a:lnTo>
                    <a:pt x="11171381" y="46049"/>
                  </a:lnTo>
                  <a:lnTo>
                    <a:pt x="11177061" y="74596"/>
                  </a:lnTo>
                  <a:lnTo>
                    <a:pt x="11177061" y="1603827"/>
                  </a:lnTo>
                  <a:lnTo>
                    <a:pt x="11164499" y="1645278"/>
                  </a:lnTo>
                  <a:lnTo>
                    <a:pt x="11131010" y="1672745"/>
                  </a:lnTo>
                  <a:lnTo>
                    <a:pt x="11102464" y="1678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97848" y="4758498"/>
              <a:ext cx="11177270" cy="1678939"/>
            </a:xfrm>
            <a:custGeom>
              <a:avLst/>
              <a:gdLst/>
              <a:ahLst/>
              <a:cxnLst/>
              <a:rect l="l" t="t" r="r" b="b"/>
              <a:pathLst>
                <a:path w="11177270" h="1678939">
                  <a:moveTo>
                    <a:pt x="11102465" y="1678424"/>
                  </a:moveTo>
                  <a:lnTo>
                    <a:pt x="74596" y="1678424"/>
                  </a:lnTo>
                  <a:lnTo>
                    <a:pt x="67248" y="1678069"/>
                  </a:lnTo>
                  <a:lnTo>
                    <a:pt x="27296" y="1661520"/>
                  </a:lnTo>
                  <a:lnTo>
                    <a:pt x="3194" y="1625449"/>
                  </a:lnTo>
                  <a:lnTo>
                    <a:pt x="469" y="1611951"/>
                  </a:lnTo>
                  <a:lnTo>
                    <a:pt x="354" y="1611175"/>
                  </a:lnTo>
                  <a:lnTo>
                    <a:pt x="0" y="1603827"/>
                  </a:lnTo>
                  <a:lnTo>
                    <a:pt x="0" y="74596"/>
                  </a:lnTo>
                  <a:lnTo>
                    <a:pt x="354" y="67248"/>
                  </a:lnTo>
                  <a:lnTo>
                    <a:pt x="16903" y="27295"/>
                  </a:lnTo>
                  <a:lnTo>
                    <a:pt x="52974" y="3194"/>
                  </a:lnTo>
                  <a:lnTo>
                    <a:pt x="74596" y="0"/>
                  </a:lnTo>
                  <a:lnTo>
                    <a:pt x="11102465" y="0"/>
                  </a:lnTo>
                  <a:lnTo>
                    <a:pt x="11143702" y="12432"/>
                  </a:lnTo>
                  <a:lnTo>
                    <a:pt x="70514" y="12432"/>
                  </a:lnTo>
                  <a:lnTo>
                    <a:pt x="66472" y="12830"/>
                  </a:lnTo>
                  <a:lnTo>
                    <a:pt x="27753" y="33526"/>
                  </a:lnTo>
                  <a:lnTo>
                    <a:pt x="12432" y="70514"/>
                  </a:lnTo>
                  <a:lnTo>
                    <a:pt x="12432" y="1607908"/>
                  </a:lnTo>
                  <a:lnTo>
                    <a:pt x="12754" y="1611175"/>
                  </a:lnTo>
                  <a:lnTo>
                    <a:pt x="12830" y="1611951"/>
                  </a:lnTo>
                  <a:lnTo>
                    <a:pt x="33526" y="1650669"/>
                  </a:lnTo>
                  <a:lnTo>
                    <a:pt x="70514" y="1665990"/>
                  </a:lnTo>
                  <a:lnTo>
                    <a:pt x="11143702" y="1665990"/>
                  </a:lnTo>
                  <a:lnTo>
                    <a:pt x="11137663" y="1669605"/>
                  </a:lnTo>
                  <a:lnTo>
                    <a:pt x="11131010" y="1672745"/>
                  </a:lnTo>
                  <a:lnTo>
                    <a:pt x="11124085" y="1675229"/>
                  </a:lnTo>
                  <a:lnTo>
                    <a:pt x="11117019" y="1677004"/>
                  </a:lnTo>
                  <a:lnTo>
                    <a:pt x="11109813" y="1678069"/>
                  </a:lnTo>
                  <a:lnTo>
                    <a:pt x="11102465" y="1678424"/>
                  </a:lnTo>
                  <a:close/>
                </a:path>
                <a:path w="11177270" h="1678939">
                  <a:moveTo>
                    <a:pt x="11143702" y="1665990"/>
                  </a:moveTo>
                  <a:lnTo>
                    <a:pt x="11106546" y="1665990"/>
                  </a:lnTo>
                  <a:lnTo>
                    <a:pt x="11110588" y="1665592"/>
                  </a:lnTo>
                  <a:lnTo>
                    <a:pt x="11118594" y="1663999"/>
                  </a:lnTo>
                  <a:lnTo>
                    <a:pt x="11151883" y="1641757"/>
                  </a:lnTo>
                  <a:lnTo>
                    <a:pt x="11164628" y="1607908"/>
                  </a:lnTo>
                  <a:lnTo>
                    <a:pt x="11164628" y="70514"/>
                  </a:lnTo>
                  <a:lnTo>
                    <a:pt x="11149307" y="33526"/>
                  </a:lnTo>
                  <a:lnTo>
                    <a:pt x="11110588" y="12830"/>
                  </a:lnTo>
                  <a:lnTo>
                    <a:pt x="11106546" y="12432"/>
                  </a:lnTo>
                  <a:lnTo>
                    <a:pt x="11143702" y="12432"/>
                  </a:lnTo>
                  <a:lnTo>
                    <a:pt x="11171381" y="46049"/>
                  </a:lnTo>
                  <a:lnTo>
                    <a:pt x="11176591" y="66471"/>
                  </a:lnTo>
                  <a:lnTo>
                    <a:pt x="11176706" y="67248"/>
                  </a:lnTo>
                  <a:lnTo>
                    <a:pt x="11177061" y="74596"/>
                  </a:lnTo>
                  <a:lnTo>
                    <a:pt x="11177061" y="1603827"/>
                  </a:lnTo>
                  <a:lnTo>
                    <a:pt x="11176706" y="1611175"/>
                  </a:lnTo>
                  <a:lnTo>
                    <a:pt x="11160156" y="1651127"/>
                  </a:lnTo>
                  <a:lnTo>
                    <a:pt x="11143914" y="1665863"/>
                  </a:lnTo>
                  <a:lnTo>
                    <a:pt x="11143702" y="1665990"/>
                  </a:lnTo>
                  <a:close/>
                </a:path>
              </a:pathLst>
            </a:custGeom>
            <a:solidFill>
              <a:srgbClr val="4A8FE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9474" y="4920124"/>
              <a:ext cx="372983" cy="372983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1369" y="5038738"/>
              <a:ext cx="149225" cy="133350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546774" y="1253730"/>
            <a:ext cx="5807710" cy="49987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34670">
              <a:lnSpc>
                <a:spcPct val="100000"/>
              </a:lnSpc>
              <a:spcBef>
                <a:spcPts val="90"/>
              </a:spcBef>
            </a:pPr>
            <a:r>
              <a:rPr dirty="0" sz="1900" spc="-125" b="1">
                <a:solidFill>
                  <a:srgbClr val="4A8FE2"/>
                </a:solidFill>
                <a:latin typeface="Arial"/>
                <a:cs typeface="Arial"/>
              </a:rPr>
              <a:t>Base</a:t>
            </a:r>
            <a:r>
              <a:rPr dirty="0" sz="2050" spc="-125" b="1">
                <a:solidFill>
                  <a:srgbClr val="4A8FE2"/>
                </a:solidFill>
                <a:latin typeface="Trebuchet MS"/>
                <a:cs typeface="Trebuchet MS"/>
              </a:rPr>
              <a:t>(</a:t>
            </a:r>
            <a:r>
              <a:rPr dirty="0" sz="1900" spc="-125" b="1">
                <a:solidFill>
                  <a:srgbClr val="4A8FE2"/>
                </a:solidFill>
                <a:latin typeface="Arial"/>
                <a:cs typeface="Arial"/>
              </a:rPr>
              <a:t>Template</a:t>
            </a:r>
            <a:r>
              <a:rPr dirty="0" sz="2050" spc="-125" b="1">
                <a:solidFill>
                  <a:srgbClr val="4A8FE2"/>
                </a:solidFill>
                <a:latin typeface="Trebuchet MS"/>
                <a:cs typeface="Trebuchet MS"/>
              </a:rPr>
              <a:t>)</a:t>
            </a:r>
            <a:r>
              <a:rPr dirty="0" sz="2000" spc="-125" b="1">
                <a:solidFill>
                  <a:srgbClr val="4A8FE2"/>
                </a:solidFill>
                <a:latin typeface="Malgun Gothic"/>
                <a:cs typeface="Malgun Gothic"/>
              </a:rPr>
              <a:t>파일</a:t>
            </a:r>
            <a:r>
              <a:rPr dirty="0" sz="2000" spc="-130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sz="2000" spc="-405" b="1">
                <a:solidFill>
                  <a:srgbClr val="4A8FE2"/>
                </a:solidFill>
                <a:latin typeface="Malgun Gothic"/>
                <a:cs typeface="Malgun Gothic"/>
              </a:rPr>
              <a:t>업로드</a:t>
            </a:r>
            <a:endParaRPr sz="2000">
              <a:latin typeface="Malgun Gothic"/>
              <a:cs typeface="Malgun Gothic"/>
            </a:endParaRPr>
          </a:p>
          <a:p>
            <a:pPr marL="161290" indent="-148590">
              <a:lnSpc>
                <a:spcPct val="100000"/>
              </a:lnSpc>
              <a:spcBef>
                <a:spcPts val="1175"/>
              </a:spcBef>
              <a:buClr>
                <a:srgbClr val="4A8FE2"/>
              </a:buClr>
              <a:buFont typeface="Arial"/>
              <a:buChar char="•"/>
              <a:tabLst>
                <a:tab pos="161290" algn="l"/>
              </a:tabLst>
            </a:pPr>
            <a:r>
              <a:rPr dirty="0" sz="1500" spc="-215" b="1">
                <a:solidFill>
                  <a:srgbClr val="374050"/>
                </a:solidFill>
                <a:latin typeface="Malgun Gothic"/>
                <a:cs typeface="Malgun Gothic"/>
              </a:rPr>
              <a:t>기능</a:t>
            </a:r>
            <a:r>
              <a:rPr dirty="0" sz="1500" spc="-215" b="1">
                <a:solidFill>
                  <a:srgbClr val="374050"/>
                </a:solidFill>
                <a:latin typeface="Arial"/>
                <a:cs typeface="Arial"/>
              </a:rPr>
              <a:t>:</a:t>
            </a:r>
            <a:r>
              <a:rPr dirty="0" sz="1500" spc="-45" b="1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취합의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기준이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되는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엑셀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파일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315">
                <a:solidFill>
                  <a:srgbClr val="374050"/>
                </a:solidFill>
                <a:latin typeface="Dotum"/>
                <a:cs typeface="Dotum"/>
              </a:rPr>
              <a:t>업로드</a:t>
            </a:r>
            <a:endParaRPr sz="1500">
              <a:latin typeface="Dotum"/>
              <a:cs typeface="Dotum"/>
            </a:endParaRPr>
          </a:p>
          <a:p>
            <a:pPr marL="161290" indent="-148590">
              <a:lnSpc>
                <a:spcPct val="100000"/>
              </a:lnSpc>
              <a:spcBef>
                <a:spcPts val="650"/>
              </a:spcBef>
              <a:buClr>
                <a:srgbClr val="4A8FE2"/>
              </a:buClr>
              <a:buFont typeface="Arial"/>
              <a:buChar char="•"/>
              <a:tabLst>
                <a:tab pos="161290" algn="l"/>
              </a:tabLst>
            </a:pPr>
            <a:r>
              <a:rPr dirty="0" sz="1500" spc="-290" b="1">
                <a:solidFill>
                  <a:srgbClr val="374050"/>
                </a:solidFill>
                <a:latin typeface="Malgun Gothic"/>
                <a:cs typeface="Malgun Gothic"/>
              </a:rPr>
              <a:t>지원</a:t>
            </a:r>
            <a:r>
              <a:rPr dirty="0" sz="1500" spc="-215" b="1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dirty="0" sz="1500" spc="-135" b="1">
                <a:solidFill>
                  <a:srgbClr val="374050"/>
                </a:solidFill>
                <a:latin typeface="Malgun Gothic"/>
                <a:cs typeface="Malgun Gothic"/>
              </a:rPr>
              <a:t>형식</a:t>
            </a:r>
            <a:r>
              <a:rPr dirty="0" sz="1500" spc="-135" b="1">
                <a:solidFill>
                  <a:srgbClr val="374050"/>
                </a:solidFill>
                <a:latin typeface="Arial"/>
                <a:cs typeface="Arial"/>
              </a:rPr>
              <a:t>:</a:t>
            </a:r>
            <a:r>
              <a:rPr dirty="0" sz="1500" spc="195" b="1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74050"/>
                </a:solidFill>
                <a:latin typeface="Liberation Mono"/>
                <a:cs typeface="Liberation Mono"/>
              </a:rPr>
              <a:t>.xlsx</a:t>
            </a:r>
            <a:r>
              <a:rPr dirty="0" sz="1000" spc="-210">
                <a:solidFill>
                  <a:srgbClr val="374050"/>
                </a:solidFill>
                <a:latin typeface="Liberation Mono"/>
                <a:cs typeface="Liberation Mono"/>
              </a:rPr>
              <a:t> </a:t>
            </a:r>
            <a:r>
              <a:rPr dirty="0" sz="1500">
                <a:solidFill>
                  <a:srgbClr val="374050"/>
                </a:solidFill>
                <a:latin typeface="Britannic Bold"/>
                <a:cs typeface="Britannic Bold"/>
              </a:rPr>
              <a:t>,</a:t>
            </a:r>
            <a:r>
              <a:rPr dirty="0" sz="1500" spc="240">
                <a:solidFill>
                  <a:srgbClr val="374050"/>
                </a:solidFill>
                <a:latin typeface="Britannic Bold"/>
                <a:cs typeface="Britannic Bold"/>
              </a:rPr>
              <a:t> </a:t>
            </a:r>
            <a:r>
              <a:rPr dirty="0" sz="1000" spc="-20">
                <a:solidFill>
                  <a:srgbClr val="374050"/>
                </a:solidFill>
                <a:latin typeface="Liberation Mono"/>
                <a:cs typeface="Liberation Mono"/>
              </a:rPr>
              <a:t>.xls</a:t>
            </a:r>
            <a:endParaRPr sz="1000">
              <a:latin typeface="Liberation Mono"/>
              <a:cs typeface="Liberation Mono"/>
            </a:endParaRPr>
          </a:p>
          <a:p>
            <a:pPr marL="161290" indent="-148590">
              <a:lnSpc>
                <a:spcPct val="100000"/>
              </a:lnSpc>
              <a:spcBef>
                <a:spcPts val="645"/>
              </a:spcBef>
              <a:buClr>
                <a:srgbClr val="4A8FE2"/>
              </a:buClr>
              <a:buFont typeface="Arial"/>
              <a:buChar char="•"/>
              <a:tabLst>
                <a:tab pos="161290" algn="l"/>
              </a:tabLst>
            </a:pPr>
            <a:r>
              <a:rPr dirty="0" sz="1500" spc="-215" b="1">
                <a:solidFill>
                  <a:srgbClr val="374050"/>
                </a:solidFill>
                <a:latin typeface="Malgun Gothic"/>
                <a:cs typeface="Malgun Gothic"/>
              </a:rPr>
              <a:t>특징</a:t>
            </a:r>
            <a:r>
              <a:rPr dirty="0" sz="1500" spc="-215" b="1">
                <a:solidFill>
                  <a:srgbClr val="374050"/>
                </a:solidFill>
                <a:latin typeface="Arial"/>
                <a:cs typeface="Arial"/>
              </a:rPr>
              <a:t>:</a:t>
            </a:r>
            <a:r>
              <a:rPr dirty="0" sz="1500" spc="-55" b="1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드래그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85">
                <a:solidFill>
                  <a:srgbClr val="374050"/>
                </a:solidFill>
                <a:latin typeface="Dotum"/>
                <a:cs typeface="Dotum"/>
              </a:rPr>
              <a:t>앤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드롭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또는</a:t>
            </a:r>
            <a:r>
              <a:rPr dirty="0" sz="1500" spc="-13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파일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선택으로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간편하게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315">
                <a:solidFill>
                  <a:srgbClr val="374050"/>
                </a:solidFill>
                <a:latin typeface="Dotum"/>
                <a:cs typeface="Dotum"/>
              </a:rPr>
              <a:t>업로드</a:t>
            </a:r>
            <a:endParaRPr sz="1500">
              <a:latin typeface="Dotum"/>
              <a:cs typeface="Dotum"/>
            </a:endParaRPr>
          </a:p>
          <a:p>
            <a:pPr>
              <a:lnSpc>
                <a:spcPct val="100000"/>
              </a:lnSpc>
              <a:buClr>
                <a:srgbClr val="4A8FE2"/>
              </a:buClr>
              <a:buFont typeface="Arial"/>
              <a:buChar char="•"/>
            </a:pPr>
            <a:endParaRPr sz="1300">
              <a:latin typeface="Dotum"/>
              <a:cs typeface="Dotum"/>
            </a:endParaRPr>
          </a:p>
          <a:p>
            <a:pPr>
              <a:lnSpc>
                <a:spcPct val="100000"/>
              </a:lnSpc>
              <a:spcBef>
                <a:spcPts val="730"/>
              </a:spcBef>
              <a:buClr>
                <a:srgbClr val="4A8FE2"/>
              </a:buClr>
              <a:buFont typeface="Arial"/>
              <a:buChar char="•"/>
            </a:pPr>
            <a:endParaRPr sz="1300">
              <a:latin typeface="Dotum"/>
              <a:cs typeface="Dotum"/>
            </a:endParaRPr>
          </a:p>
          <a:p>
            <a:pPr marL="534670">
              <a:lnSpc>
                <a:spcPct val="100000"/>
              </a:lnSpc>
              <a:spcBef>
                <a:spcPts val="5"/>
              </a:spcBef>
            </a:pPr>
            <a:r>
              <a:rPr dirty="0" sz="2000" spc="-380" b="1">
                <a:solidFill>
                  <a:srgbClr val="4A8FE2"/>
                </a:solidFill>
                <a:latin typeface="Malgun Gothic"/>
                <a:cs typeface="Malgun Gothic"/>
              </a:rPr>
              <a:t>담당</a:t>
            </a:r>
            <a:r>
              <a:rPr dirty="0" sz="2000" spc="-260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sz="2000" spc="-380" b="1">
                <a:solidFill>
                  <a:srgbClr val="4A8FE2"/>
                </a:solidFill>
                <a:latin typeface="Malgun Gothic"/>
                <a:cs typeface="Malgun Gothic"/>
              </a:rPr>
              <a:t>부서</a:t>
            </a:r>
            <a:r>
              <a:rPr dirty="0" sz="2000" spc="-260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sz="2000" spc="-380" b="1">
                <a:solidFill>
                  <a:srgbClr val="4A8FE2"/>
                </a:solidFill>
                <a:latin typeface="Malgun Gothic"/>
                <a:cs typeface="Malgun Gothic"/>
              </a:rPr>
              <a:t>파일</a:t>
            </a:r>
            <a:r>
              <a:rPr dirty="0" sz="2000" spc="-260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sz="2000" spc="-405" b="1">
                <a:solidFill>
                  <a:srgbClr val="4A8FE2"/>
                </a:solidFill>
                <a:latin typeface="Malgun Gothic"/>
                <a:cs typeface="Malgun Gothic"/>
              </a:rPr>
              <a:t>업로드</a:t>
            </a:r>
            <a:endParaRPr sz="2000">
              <a:latin typeface="Malgun Gothic"/>
              <a:cs typeface="Malgun Gothic"/>
            </a:endParaRPr>
          </a:p>
          <a:p>
            <a:pPr marL="161290" indent="-148590">
              <a:lnSpc>
                <a:spcPct val="100000"/>
              </a:lnSpc>
              <a:spcBef>
                <a:spcPts val="1180"/>
              </a:spcBef>
              <a:buClr>
                <a:srgbClr val="4A8FE2"/>
              </a:buClr>
              <a:buFont typeface="Arial"/>
              <a:buChar char="•"/>
              <a:tabLst>
                <a:tab pos="161290" algn="l"/>
              </a:tabLst>
            </a:pPr>
            <a:r>
              <a:rPr dirty="0" sz="1500" spc="-215" b="1">
                <a:solidFill>
                  <a:srgbClr val="374050"/>
                </a:solidFill>
                <a:latin typeface="Malgun Gothic"/>
                <a:cs typeface="Malgun Gothic"/>
              </a:rPr>
              <a:t>기능</a:t>
            </a:r>
            <a:r>
              <a:rPr dirty="0" sz="1500" spc="-215" b="1">
                <a:solidFill>
                  <a:srgbClr val="374050"/>
                </a:solidFill>
                <a:latin typeface="Arial"/>
                <a:cs typeface="Arial"/>
              </a:rPr>
              <a:t>:</a:t>
            </a:r>
            <a:r>
              <a:rPr dirty="0" sz="1500" spc="-45" b="1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1450" spc="-75">
                <a:solidFill>
                  <a:srgbClr val="374050"/>
                </a:solidFill>
                <a:latin typeface="Suisse Int'l"/>
                <a:cs typeface="Suisse Int'l"/>
              </a:rPr>
              <a:t>Base</a:t>
            </a:r>
            <a:r>
              <a:rPr dirty="0" sz="1450" spc="15">
                <a:solidFill>
                  <a:srgbClr val="374050"/>
                </a:solidFill>
                <a:latin typeface="Suisse Int'l"/>
                <a:cs typeface="Suisse Int'l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파일에취합할</a:t>
            </a:r>
            <a:r>
              <a:rPr dirty="0" sz="1500" spc="-13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여러</a:t>
            </a:r>
            <a:r>
              <a:rPr dirty="0" sz="1500" spc="-13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부서의엑셀</a:t>
            </a:r>
            <a:r>
              <a:rPr dirty="0" sz="1500" spc="-13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파일</a:t>
            </a:r>
            <a:r>
              <a:rPr dirty="0" sz="1500" spc="-13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315">
                <a:solidFill>
                  <a:srgbClr val="374050"/>
                </a:solidFill>
                <a:latin typeface="Dotum"/>
                <a:cs typeface="Dotum"/>
              </a:rPr>
              <a:t>업로드</a:t>
            </a:r>
            <a:endParaRPr sz="1500">
              <a:latin typeface="Dotum"/>
              <a:cs typeface="Dotum"/>
            </a:endParaRPr>
          </a:p>
          <a:p>
            <a:pPr marL="161290" indent="-148590">
              <a:lnSpc>
                <a:spcPct val="100000"/>
              </a:lnSpc>
              <a:spcBef>
                <a:spcPts val="700"/>
              </a:spcBef>
              <a:buClr>
                <a:srgbClr val="4A8FE2"/>
              </a:buClr>
              <a:buFont typeface="Arial"/>
              <a:buChar char="•"/>
              <a:tabLst>
                <a:tab pos="161290" algn="l"/>
              </a:tabLst>
            </a:pPr>
            <a:r>
              <a:rPr dirty="0" sz="1500" spc="-290" b="1">
                <a:solidFill>
                  <a:srgbClr val="374050"/>
                </a:solidFill>
                <a:latin typeface="Malgun Gothic"/>
                <a:cs typeface="Malgun Gothic"/>
              </a:rPr>
              <a:t>지원</a:t>
            </a:r>
            <a:r>
              <a:rPr dirty="0" sz="1500" spc="-215" b="1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dirty="0" sz="1500" spc="-135" b="1">
                <a:solidFill>
                  <a:srgbClr val="374050"/>
                </a:solidFill>
                <a:latin typeface="Malgun Gothic"/>
                <a:cs typeface="Malgun Gothic"/>
              </a:rPr>
              <a:t>형식</a:t>
            </a:r>
            <a:r>
              <a:rPr dirty="0" sz="1500" spc="-135" b="1">
                <a:solidFill>
                  <a:srgbClr val="374050"/>
                </a:solidFill>
                <a:latin typeface="Arial"/>
                <a:cs typeface="Arial"/>
              </a:rPr>
              <a:t>:</a:t>
            </a:r>
            <a:r>
              <a:rPr dirty="0" sz="1500" spc="195" b="1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74050"/>
                </a:solidFill>
                <a:latin typeface="Liberation Mono"/>
                <a:cs typeface="Liberation Mono"/>
              </a:rPr>
              <a:t>.xlsx</a:t>
            </a:r>
            <a:r>
              <a:rPr dirty="0" sz="1000" spc="-210">
                <a:solidFill>
                  <a:srgbClr val="374050"/>
                </a:solidFill>
                <a:latin typeface="Liberation Mono"/>
                <a:cs typeface="Liberation Mono"/>
              </a:rPr>
              <a:t> </a:t>
            </a:r>
            <a:r>
              <a:rPr dirty="0" sz="1500">
                <a:solidFill>
                  <a:srgbClr val="374050"/>
                </a:solidFill>
                <a:latin typeface="Britannic Bold"/>
                <a:cs typeface="Britannic Bold"/>
              </a:rPr>
              <a:t>,</a:t>
            </a:r>
            <a:r>
              <a:rPr dirty="0" sz="1500" spc="240">
                <a:solidFill>
                  <a:srgbClr val="374050"/>
                </a:solidFill>
                <a:latin typeface="Britannic Bold"/>
                <a:cs typeface="Britannic Bold"/>
              </a:rPr>
              <a:t> </a:t>
            </a:r>
            <a:r>
              <a:rPr dirty="0" sz="1000" spc="-20">
                <a:solidFill>
                  <a:srgbClr val="374050"/>
                </a:solidFill>
                <a:latin typeface="Liberation Mono"/>
                <a:cs typeface="Liberation Mono"/>
              </a:rPr>
              <a:t>.xls</a:t>
            </a:r>
            <a:endParaRPr sz="1000">
              <a:latin typeface="Liberation Mono"/>
              <a:cs typeface="Liberation Mono"/>
            </a:endParaRPr>
          </a:p>
          <a:p>
            <a:pPr marL="161290" indent="-148590">
              <a:lnSpc>
                <a:spcPct val="100000"/>
              </a:lnSpc>
              <a:spcBef>
                <a:spcPts val="645"/>
              </a:spcBef>
              <a:buClr>
                <a:srgbClr val="4A8FE2"/>
              </a:buClr>
              <a:buFont typeface="Arial"/>
              <a:buChar char="•"/>
              <a:tabLst>
                <a:tab pos="161290" algn="l"/>
              </a:tabLst>
            </a:pPr>
            <a:r>
              <a:rPr dirty="0" sz="1500" spc="-215" b="1">
                <a:solidFill>
                  <a:srgbClr val="374050"/>
                </a:solidFill>
                <a:latin typeface="Malgun Gothic"/>
                <a:cs typeface="Malgun Gothic"/>
              </a:rPr>
              <a:t>특징</a:t>
            </a:r>
            <a:r>
              <a:rPr dirty="0" sz="1500" spc="-215" b="1">
                <a:solidFill>
                  <a:srgbClr val="374050"/>
                </a:solidFill>
                <a:latin typeface="Arial"/>
                <a:cs typeface="Arial"/>
              </a:rPr>
              <a:t>:</a:t>
            </a:r>
            <a:r>
              <a:rPr dirty="0" sz="1500" spc="-55" b="1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여러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파일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동시</a:t>
            </a:r>
            <a:r>
              <a:rPr dirty="0" sz="1500" spc="-13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선택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85">
                <a:solidFill>
                  <a:srgbClr val="374050"/>
                </a:solidFill>
                <a:latin typeface="Dotum"/>
                <a:cs typeface="Dotum"/>
              </a:rPr>
              <a:t>및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드래그</a:t>
            </a:r>
            <a:r>
              <a:rPr dirty="0" sz="1500" spc="-13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85">
                <a:solidFill>
                  <a:srgbClr val="374050"/>
                </a:solidFill>
                <a:latin typeface="Dotum"/>
                <a:cs typeface="Dotum"/>
              </a:rPr>
              <a:t>앤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드롭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315">
                <a:solidFill>
                  <a:srgbClr val="374050"/>
                </a:solidFill>
                <a:latin typeface="Dotum"/>
                <a:cs typeface="Dotum"/>
              </a:rPr>
              <a:t>지원</a:t>
            </a:r>
            <a:endParaRPr sz="1500">
              <a:latin typeface="Dotum"/>
              <a:cs typeface="Dotum"/>
            </a:endParaRPr>
          </a:p>
          <a:p>
            <a:pPr>
              <a:lnSpc>
                <a:spcPct val="100000"/>
              </a:lnSpc>
              <a:buClr>
                <a:srgbClr val="4A8FE2"/>
              </a:buClr>
              <a:buFont typeface="Arial"/>
              <a:buChar char="•"/>
            </a:pPr>
            <a:endParaRPr sz="1300">
              <a:latin typeface="Dotum"/>
              <a:cs typeface="Dotum"/>
            </a:endParaRPr>
          </a:p>
          <a:p>
            <a:pPr>
              <a:lnSpc>
                <a:spcPct val="100000"/>
              </a:lnSpc>
              <a:spcBef>
                <a:spcPts val="730"/>
              </a:spcBef>
              <a:buClr>
                <a:srgbClr val="4A8FE2"/>
              </a:buClr>
              <a:buFont typeface="Arial"/>
              <a:buChar char="•"/>
            </a:pPr>
            <a:endParaRPr sz="1300">
              <a:latin typeface="Dotum"/>
              <a:cs typeface="Dotum"/>
            </a:endParaRPr>
          </a:p>
          <a:p>
            <a:pPr marL="534670">
              <a:lnSpc>
                <a:spcPct val="100000"/>
              </a:lnSpc>
              <a:spcBef>
                <a:spcPts val="5"/>
              </a:spcBef>
            </a:pPr>
            <a:r>
              <a:rPr dirty="0" sz="2000" spc="-380" b="1">
                <a:solidFill>
                  <a:srgbClr val="4A8FE2"/>
                </a:solidFill>
                <a:latin typeface="Malgun Gothic"/>
                <a:cs typeface="Malgun Gothic"/>
              </a:rPr>
              <a:t>취합</a:t>
            </a:r>
            <a:r>
              <a:rPr dirty="0" sz="2000" spc="-260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sz="2000" spc="-380" b="1">
                <a:solidFill>
                  <a:srgbClr val="4A8FE2"/>
                </a:solidFill>
                <a:latin typeface="Malgun Gothic"/>
                <a:cs typeface="Malgun Gothic"/>
              </a:rPr>
              <a:t>및</a:t>
            </a:r>
            <a:r>
              <a:rPr dirty="0" sz="2000" spc="-260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sz="2000" spc="-380" b="1">
                <a:solidFill>
                  <a:srgbClr val="4A8FE2"/>
                </a:solidFill>
                <a:latin typeface="Malgun Gothic"/>
                <a:cs typeface="Malgun Gothic"/>
              </a:rPr>
              <a:t>관리</a:t>
            </a:r>
            <a:r>
              <a:rPr dirty="0" sz="2000" spc="-260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sz="2000" spc="-405" b="1">
                <a:solidFill>
                  <a:srgbClr val="4A8FE2"/>
                </a:solidFill>
                <a:latin typeface="Malgun Gothic"/>
                <a:cs typeface="Malgun Gothic"/>
              </a:rPr>
              <a:t>기능</a:t>
            </a:r>
            <a:endParaRPr sz="2000">
              <a:latin typeface="Malgun Gothic"/>
              <a:cs typeface="Malgun Gothic"/>
            </a:endParaRPr>
          </a:p>
          <a:p>
            <a:pPr marL="161290" indent="-148590">
              <a:lnSpc>
                <a:spcPct val="100000"/>
              </a:lnSpc>
              <a:spcBef>
                <a:spcPts val="1180"/>
              </a:spcBef>
              <a:buClr>
                <a:srgbClr val="4A8FE2"/>
              </a:buClr>
              <a:buFont typeface="Arial"/>
              <a:buChar char="•"/>
              <a:tabLst>
                <a:tab pos="161290" algn="l"/>
              </a:tabLst>
            </a:pPr>
            <a:r>
              <a:rPr dirty="0" sz="1500" spc="-290" b="1">
                <a:solidFill>
                  <a:srgbClr val="374050"/>
                </a:solidFill>
                <a:latin typeface="Malgun Gothic"/>
                <a:cs typeface="Malgun Gothic"/>
              </a:rPr>
              <a:t>취합</a:t>
            </a:r>
            <a:r>
              <a:rPr dirty="0" sz="1500" spc="-225" b="1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dirty="0" sz="1500" spc="-215" b="1">
                <a:solidFill>
                  <a:srgbClr val="374050"/>
                </a:solidFill>
                <a:latin typeface="Malgun Gothic"/>
                <a:cs typeface="Malgun Gothic"/>
              </a:rPr>
              <a:t>시작</a:t>
            </a:r>
            <a:r>
              <a:rPr dirty="0" sz="1500" spc="-215" b="1">
                <a:solidFill>
                  <a:srgbClr val="374050"/>
                </a:solidFill>
                <a:latin typeface="Arial"/>
                <a:cs typeface="Arial"/>
              </a:rPr>
              <a:t>:</a:t>
            </a:r>
            <a:r>
              <a:rPr dirty="0" sz="1500" spc="-40" b="1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업로드된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파일들을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기준으로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데이터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취합및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결과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미리보기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영역에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315">
                <a:solidFill>
                  <a:srgbClr val="374050"/>
                </a:solidFill>
                <a:latin typeface="Dotum"/>
                <a:cs typeface="Dotum"/>
              </a:rPr>
              <a:t>표시</a:t>
            </a:r>
            <a:endParaRPr sz="1500">
              <a:latin typeface="Dotum"/>
              <a:cs typeface="Dotum"/>
            </a:endParaRPr>
          </a:p>
          <a:p>
            <a:pPr marL="161290" indent="-148590">
              <a:lnSpc>
                <a:spcPct val="100000"/>
              </a:lnSpc>
              <a:spcBef>
                <a:spcPts val="650"/>
              </a:spcBef>
              <a:buClr>
                <a:srgbClr val="4A8FE2"/>
              </a:buClr>
              <a:buFont typeface="Arial"/>
              <a:buChar char="•"/>
              <a:tabLst>
                <a:tab pos="161290" algn="l"/>
              </a:tabLst>
            </a:pPr>
            <a:r>
              <a:rPr dirty="0" sz="1500" spc="-290" b="1">
                <a:solidFill>
                  <a:srgbClr val="374050"/>
                </a:solidFill>
                <a:latin typeface="Malgun Gothic"/>
                <a:cs typeface="Malgun Gothic"/>
              </a:rPr>
              <a:t>파일</a:t>
            </a:r>
            <a:r>
              <a:rPr dirty="0" sz="1500" spc="-225" b="1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dirty="0" sz="1500" spc="-245" b="1">
                <a:solidFill>
                  <a:srgbClr val="374050"/>
                </a:solidFill>
                <a:latin typeface="Malgun Gothic"/>
                <a:cs typeface="Malgun Gothic"/>
              </a:rPr>
              <a:t>다운로드</a:t>
            </a:r>
            <a:r>
              <a:rPr dirty="0" sz="1500" spc="-245" b="1">
                <a:solidFill>
                  <a:srgbClr val="374050"/>
                </a:solidFill>
                <a:latin typeface="Arial"/>
                <a:cs typeface="Arial"/>
              </a:rPr>
              <a:t>:</a:t>
            </a:r>
            <a:r>
              <a:rPr dirty="0" sz="1500" spc="-40" b="1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취합이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완료된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결과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파일을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310">
                <a:solidFill>
                  <a:srgbClr val="374050"/>
                </a:solidFill>
                <a:latin typeface="Dotum"/>
                <a:cs typeface="Dotum"/>
              </a:rPr>
              <a:t>다운로드</a:t>
            </a:r>
            <a:endParaRPr sz="1500">
              <a:latin typeface="Dotum"/>
              <a:cs typeface="Dotum"/>
            </a:endParaRPr>
          </a:p>
          <a:p>
            <a:pPr marL="161290" indent="-148590">
              <a:lnSpc>
                <a:spcPct val="100000"/>
              </a:lnSpc>
              <a:spcBef>
                <a:spcPts val="645"/>
              </a:spcBef>
              <a:buClr>
                <a:srgbClr val="4A8FE2"/>
              </a:buClr>
              <a:buFont typeface="Arial"/>
              <a:buChar char="•"/>
              <a:tabLst>
                <a:tab pos="161290" algn="l"/>
              </a:tabLst>
            </a:pPr>
            <a:r>
              <a:rPr dirty="0" sz="1500" spc="-240" b="1">
                <a:solidFill>
                  <a:srgbClr val="374050"/>
                </a:solidFill>
                <a:latin typeface="Malgun Gothic"/>
                <a:cs typeface="Malgun Gothic"/>
              </a:rPr>
              <a:t>초기화</a:t>
            </a:r>
            <a:r>
              <a:rPr dirty="0" sz="1500" spc="-240" b="1">
                <a:solidFill>
                  <a:srgbClr val="374050"/>
                </a:solidFill>
                <a:latin typeface="Arial"/>
                <a:cs typeface="Arial"/>
              </a:rPr>
              <a:t>:</a:t>
            </a:r>
            <a:r>
              <a:rPr dirty="0" sz="1500" spc="-50" b="1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업로드된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파일</a:t>
            </a:r>
            <a:r>
              <a:rPr dirty="0" sz="1500" spc="-12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정보와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취합</a:t>
            </a:r>
            <a:r>
              <a:rPr dirty="0" sz="1500" spc="-12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결과를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모두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초기화하여</a:t>
            </a:r>
            <a:r>
              <a:rPr dirty="0" sz="1500" spc="-12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새로운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작업</a:t>
            </a:r>
            <a:r>
              <a:rPr dirty="0" sz="1500" spc="-12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315">
                <a:solidFill>
                  <a:srgbClr val="374050"/>
                </a:solidFill>
                <a:latin typeface="Dotum"/>
                <a:cs typeface="Dotum"/>
              </a:rPr>
              <a:t>시작</a:t>
            </a:r>
            <a:endParaRPr sz="1500">
              <a:latin typeface="Dotum"/>
              <a:cs typeface="Dot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247015">
              <a:lnSpc>
                <a:spcPct val="100000"/>
              </a:lnSpc>
              <a:spcBef>
                <a:spcPts val="114"/>
              </a:spcBef>
            </a:pPr>
            <a:r>
              <a:rPr dirty="0" spc="-570"/>
              <a:t>시트합</a:t>
            </a:r>
            <a:r>
              <a:rPr dirty="0" spc="-430"/>
              <a:t> </a:t>
            </a:r>
            <a:r>
              <a:rPr dirty="0" spc="-570"/>
              <a:t>사용</a:t>
            </a:r>
            <a:r>
              <a:rPr dirty="0" spc="-430"/>
              <a:t> 방법</a:t>
            </a:r>
            <a:r>
              <a:rPr dirty="0" sz="3050" spc="-430">
                <a:latin typeface="Arial"/>
                <a:cs typeface="Arial"/>
              </a:rPr>
              <a:t>:</a:t>
            </a:r>
            <a:r>
              <a:rPr dirty="0" sz="3050" spc="-215">
                <a:latin typeface="Arial"/>
                <a:cs typeface="Arial"/>
              </a:rPr>
              <a:t> </a:t>
            </a:r>
            <a:r>
              <a:rPr dirty="0" spc="-570"/>
              <a:t>단계별</a:t>
            </a:r>
            <a:r>
              <a:rPr dirty="0" spc="-430"/>
              <a:t> </a:t>
            </a:r>
            <a:r>
              <a:rPr dirty="0" spc="-595"/>
              <a:t>가이드</a:t>
            </a:r>
            <a:endParaRPr sz="305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14527" y="1484376"/>
            <a:ext cx="11143615" cy="1325880"/>
            <a:chOff x="414527" y="1484376"/>
            <a:chExt cx="11143615" cy="1325880"/>
          </a:xfrm>
        </p:grpSpPr>
        <p:sp>
          <p:nvSpPr>
            <p:cNvPr id="4" name="object 4" descr=""/>
            <p:cNvSpPr/>
            <p:nvPr/>
          </p:nvSpPr>
          <p:spPr>
            <a:xfrm>
              <a:off x="414515" y="1484388"/>
              <a:ext cx="11143615" cy="1325880"/>
            </a:xfrm>
            <a:custGeom>
              <a:avLst/>
              <a:gdLst/>
              <a:ahLst/>
              <a:cxnLst/>
              <a:rect l="l" t="t" r="r" b="b"/>
              <a:pathLst>
                <a:path w="11143615" h="1325880">
                  <a:moveTo>
                    <a:pt x="11143488" y="0"/>
                  </a:moveTo>
                  <a:lnTo>
                    <a:pt x="10968368" y="0"/>
                  </a:lnTo>
                  <a:lnTo>
                    <a:pt x="10968368" y="183464"/>
                  </a:lnTo>
                  <a:lnTo>
                    <a:pt x="10968368" y="962253"/>
                  </a:lnTo>
                  <a:lnTo>
                    <a:pt x="10960786" y="1000366"/>
                  </a:lnTo>
                  <a:lnTo>
                    <a:pt x="10939196" y="1032687"/>
                  </a:lnTo>
                  <a:lnTo>
                    <a:pt x="10906874" y="1054277"/>
                  </a:lnTo>
                  <a:lnTo>
                    <a:pt x="10868762" y="1061859"/>
                  </a:lnTo>
                  <a:lnTo>
                    <a:pt x="273697" y="1061859"/>
                  </a:lnTo>
                  <a:lnTo>
                    <a:pt x="235585" y="1054277"/>
                  </a:lnTo>
                  <a:lnTo>
                    <a:pt x="203263" y="1032687"/>
                  </a:lnTo>
                  <a:lnTo>
                    <a:pt x="181673" y="1000366"/>
                  </a:lnTo>
                  <a:lnTo>
                    <a:pt x="174091" y="962253"/>
                  </a:lnTo>
                  <a:lnTo>
                    <a:pt x="174091" y="183464"/>
                  </a:lnTo>
                  <a:lnTo>
                    <a:pt x="181673" y="145351"/>
                  </a:lnTo>
                  <a:lnTo>
                    <a:pt x="203263" y="113030"/>
                  </a:lnTo>
                  <a:lnTo>
                    <a:pt x="235585" y="91440"/>
                  </a:lnTo>
                  <a:lnTo>
                    <a:pt x="273697" y="83858"/>
                  </a:lnTo>
                  <a:lnTo>
                    <a:pt x="10868762" y="83858"/>
                  </a:lnTo>
                  <a:lnTo>
                    <a:pt x="10906874" y="91440"/>
                  </a:lnTo>
                  <a:lnTo>
                    <a:pt x="10939196" y="113030"/>
                  </a:lnTo>
                  <a:lnTo>
                    <a:pt x="10960786" y="145351"/>
                  </a:lnTo>
                  <a:lnTo>
                    <a:pt x="10968368" y="183464"/>
                  </a:lnTo>
                  <a:lnTo>
                    <a:pt x="10968368" y="0"/>
                  </a:lnTo>
                  <a:lnTo>
                    <a:pt x="0" y="0"/>
                  </a:lnTo>
                  <a:lnTo>
                    <a:pt x="0" y="1325880"/>
                  </a:lnTo>
                  <a:lnTo>
                    <a:pt x="11143488" y="1325880"/>
                  </a:lnTo>
                  <a:lnTo>
                    <a:pt x="11143488" y="1061859"/>
                  </a:lnTo>
                  <a:lnTo>
                    <a:pt x="11143488" y="83858"/>
                  </a:lnTo>
                  <a:lnTo>
                    <a:pt x="11143488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79558" y="1559182"/>
              <a:ext cx="10812780" cy="996315"/>
            </a:xfrm>
            <a:custGeom>
              <a:avLst/>
              <a:gdLst/>
              <a:ahLst/>
              <a:cxnLst/>
              <a:rect l="l" t="t" r="r" b="b"/>
              <a:pathLst>
                <a:path w="10812780" h="996314">
                  <a:moveTo>
                    <a:pt x="10703720" y="996116"/>
                  </a:moveTo>
                  <a:lnTo>
                    <a:pt x="108667" y="996116"/>
                  </a:lnTo>
                  <a:lnTo>
                    <a:pt x="97962" y="995599"/>
                  </a:lnTo>
                  <a:lnTo>
                    <a:pt x="57389" y="983269"/>
                  </a:lnTo>
                  <a:lnTo>
                    <a:pt x="24623" y="956353"/>
                  </a:lnTo>
                  <a:lnTo>
                    <a:pt x="4652" y="918946"/>
                  </a:lnTo>
                  <a:lnTo>
                    <a:pt x="0" y="887448"/>
                  </a:lnTo>
                  <a:lnTo>
                    <a:pt x="0" y="108667"/>
                  </a:lnTo>
                  <a:lnTo>
                    <a:pt x="8271" y="67082"/>
                  </a:lnTo>
                  <a:lnTo>
                    <a:pt x="31827" y="31827"/>
                  </a:lnTo>
                  <a:lnTo>
                    <a:pt x="67082" y="8271"/>
                  </a:lnTo>
                  <a:lnTo>
                    <a:pt x="108667" y="0"/>
                  </a:lnTo>
                  <a:lnTo>
                    <a:pt x="10703720" y="0"/>
                  </a:lnTo>
                  <a:lnTo>
                    <a:pt x="10745303" y="8271"/>
                  </a:lnTo>
                  <a:lnTo>
                    <a:pt x="10780558" y="31827"/>
                  </a:lnTo>
                  <a:lnTo>
                    <a:pt x="10804113" y="67082"/>
                  </a:lnTo>
                  <a:lnTo>
                    <a:pt x="10812387" y="108667"/>
                  </a:lnTo>
                  <a:lnTo>
                    <a:pt x="10812387" y="887448"/>
                  </a:lnTo>
                  <a:lnTo>
                    <a:pt x="10804113" y="929033"/>
                  </a:lnTo>
                  <a:lnTo>
                    <a:pt x="10780558" y="964288"/>
                  </a:lnTo>
                  <a:lnTo>
                    <a:pt x="10745304" y="987844"/>
                  </a:lnTo>
                  <a:lnTo>
                    <a:pt x="10703720" y="9961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79558" y="1559182"/>
              <a:ext cx="10812780" cy="996315"/>
            </a:xfrm>
            <a:custGeom>
              <a:avLst/>
              <a:gdLst/>
              <a:ahLst/>
              <a:cxnLst/>
              <a:rect l="l" t="t" r="r" b="b"/>
              <a:pathLst>
                <a:path w="10812780" h="996314">
                  <a:moveTo>
                    <a:pt x="10703720" y="996116"/>
                  </a:moveTo>
                  <a:lnTo>
                    <a:pt x="108667" y="996116"/>
                  </a:lnTo>
                  <a:lnTo>
                    <a:pt x="97962" y="995599"/>
                  </a:lnTo>
                  <a:lnTo>
                    <a:pt x="57389" y="983270"/>
                  </a:lnTo>
                  <a:lnTo>
                    <a:pt x="24623" y="956353"/>
                  </a:lnTo>
                  <a:lnTo>
                    <a:pt x="4652" y="918946"/>
                  </a:lnTo>
                  <a:lnTo>
                    <a:pt x="0" y="887448"/>
                  </a:lnTo>
                  <a:lnTo>
                    <a:pt x="0" y="108667"/>
                  </a:lnTo>
                  <a:lnTo>
                    <a:pt x="8271" y="67082"/>
                  </a:lnTo>
                  <a:lnTo>
                    <a:pt x="31827" y="31827"/>
                  </a:lnTo>
                  <a:lnTo>
                    <a:pt x="67082" y="8271"/>
                  </a:lnTo>
                  <a:lnTo>
                    <a:pt x="108667" y="0"/>
                  </a:lnTo>
                  <a:lnTo>
                    <a:pt x="10703720" y="0"/>
                  </a:lnTo>
                  <a:lnTo>
                    <a:pt x="10745304" y="8271"/>
                  </a:lnTo>
                  <a:lnTo>
                    <a:pt x="10763792" y="18111"/>
                  </a:lnTo>
                  <a:lnTo>
                    <a:pt x="102721" y="18111"/>
                  </a:lnTo>
                  <a:lnTo>
                    <a:pt x="96832" y="18691"/>
                  </a:lnTo>
                  <a:lnTo>
                    <a:pt x="53413" y="36675"/>
                  </a:lnTo>
                  <a:lnTo>
                    <a:pt x="27279" y="68519"/>
                  </a:lnTo>
                  <a:lnTo>
                    <a:pt x="18111" y="102721"/>
                  </a:lnTo>
                  <a:lnTo>
                    <a:pt x="18111" y="893394"/>
                  </a:lnTo>
                  <a:lnTo>
                    <a:pt x="30069" y="932815"/>
                  </a:lnTo>
                  <a:lnTo>
                    <a:pt x="63300" y="966046"/>
                  </a:lnTo>
                  <a:lnTo>
                    <a:pt x="102721" y="978004"/>
                  </a:lnTo>
                  <a:lnTo>
                    <a:pt x="10763793" y="978004"/>
                  </a:lnTo>
                  <a:lnTo>
                    <a:pt x="10754996" y="983270"/>
                  </a:lnTo>
                  <a:lnTo>
                    <a:pt x="10745304" y="987844"/>
                  </a:lnTo>
                  <a:lnTo>
                    <a:pt x="10735217" y="991463"/>
                  </a:lnTo>
                  <a:lnTo>
                    <a:pt x="10724923" y="994048"/>
                  </a:lnTo>
                  <a:lnTo>
                    <a:pt x="10714425" y="995599"/>
                  </a:lnTo>
                  <a:lnTo>
                    <a:pt x="10703720" y="996116"/>
                  </a:lnTo>
                  <a:close/>
                </a:path>
                <a:path w="10812780" h="996314">
                  <a:moveTo>
                    <a:pt x="10763793" y="978004"/>
                  </a:moveTo>
                  <a:lnTo>
                    <a:pt x="10709666" y="978004"/>
                  </a:lnTo>
                  <a:lnTo>
                    <a:pt x="10715553" y="977424"/>
                  </a:lnTo>
                  <a:lnTo>
                    <a:pt x="10727217" y="975104"/>
                  </a:lnTo>
                  <a:lnTo>
                    <a:pt x="10763548" y="955686"/>
                  </a:lnTo>
                  <a:lnTo>
                    <a:pt x="10789656" y="916609"/>
                  </a:lnTo>
                  <a:lnTo>
                    <a:pt x="10794275" y="893394"/>
                  </a:lnTo>
                  <a:lnTo>
                    <a:pt x="10794275" y="102721"/>
                  </a:lnTo>
                  <a:lnTo>
                    <a:pt x="10793806" y="97962"/>
                  </a:lnTo>
                  <a:lnTo>
                    <a:pt x="10793695" y="96832"/>
                  </a:lnTo>
                  <a:lnTo>
                    <a:pt x="10775709" y="53412"/>
                  </a:lnTo>
                  <a:lnTo>
                    <a:pt x="10743866" y="27279"/>
                  </a:lnTo>
                  <a:lnTo>
                    <a:pt x="10709666" y="18111"/>
                  </a:lnTo>
                  <a:lnTo>
                    <a:pt x="10763792" y="18111"/>
                  </a:lnTo>
                  <a:lnTo>
                    <a:pt x="10794089" y="48283"/>
                  </a:lnTo>
                  <a:lnTo>
                    <a:pt x="10810318" y="87463"/>
                  </a:lnTo>
                  <a:lnTo>
                    <a:pt x="10812387" y="887448"/>
                  </a:lnTo>
                  <a:lnTo>
                    <a:pt x="10811870" y="898153"/>
                  </a:lnTo>
                  <a:lnTo>
                    <a:pt x="10799539" y="938726"/>
                  </a:lnTo>
                  <a:lnTo>
                    <a:pt x="10772624" y="971492"/>
                  </a:lnTo>
                  <a:lnTo>
                    <a:pt x="10764103" y="977819"/>
                  </a:lnTo>
                  <a:lnTo>
                    <a:pt x="10763793" y="978004"/>
                  </a:lnTo>
                  <a:close/>
                </a:path>
              </a:pathLst>
            </a:custGeom>
            <a:solidFill>
              <a:srgbClr val="4A8FE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566858" y="1075476"/>
            <a:ext cx="2087880" cy="12280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385" b="1">
                <a:solidFill>
                  <a:srgbClr val="4A8FE2"/>
                </a:solidFill>
                <a:latin typeface="Malgun Gothic"/>
                <a:cs typeface="Malgun Gothic"/>
              </a:rPr>
              <a:t>사용</a:t>
            </a:r>
            <a:r>
              <a:rPr dirty="0" sz="2000" spc="-254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sz="2000" spc="-420" b="1">
                <a:solidFill>
                  <a:srgbClr val="4A8FE2"/>
                </a:solidFill>
                <a:latin typeface="Malgun Gothic"/>
                <a:cs typeface="Malgun Gothic"/>
              </a:rPr>
              <a:t>준비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750">
              <a:latin typeface="Malgun Gothic"/>
              <a:cs typeface="Malgun Gothic"/>
            </a:endParaRPr>
          </a:p>
          <a:p>
            <a:pPr marL="392430">
              <a:lnSpc>
                <a:spcPct val="100000"/>
              </a:lnSpc>
              <a:spcBef>
                <a:spcPts val="5"/>
              </a:spcBef>
            </a:pPr>
            <a:r>
              <a:rPr dirty="0" sz="1500" spc="-290" b="1">
                <a:solidFill>
                  <a:srgbClr val="333333"/>
                </a:solidFill>
                <a:latin typeface="Malgun Gothic"/>
                <a:cs typeface="Malgun Gothic"/>
              </a:rPr>
              <a:t>오프라인</a:t>
            </a:r>
            <a:r>
              <a:rPr dirty="0" sz="1500" spc="-200" b="1">
                <a:solidFill>
                  <a:srgbClr val="333333"/>
                </a:solidFill>
                <a:latin typeface="Malgun Gothic"/>
                <a:cs typeface="Malgun Gothic"/>
              </a:rPr>
              <a:t> </a:t>
            </a:r>
            <a:r>
              <a:rPr dirty="0" sz="1500" spc="-25" b="1">
                <a:solidFill>
                  <a:srgbClr val="333333"/>
                </a:solidFill>
                <a:latin typeface="Malgun Gothic"/>
                <a:cs typeface="Malgun Gothic"/>
              </a:rPr>
              <a:t>버전</a:t>
            </a:r>
            <a:r>
              <a:rPr dirty="0" sz="1500" spc="-25" b="1">
                <a:solidFill>
                  <a:srgbClr val="333333"/>
                </a:solidFill>
                <a:latin typeface="IBM Plex Sans SemiBold"/>
                <a:cs typeface="IBM Plex Sans SemiBold"/>
              </a:rPr>
              <a:t>:</a:t>
            </a:r>
            <a:endParaRPr sz="1500">
              <a:latin typeface="IBM Plex Sans SemiBold"/>
              <a:cs typeface="IBM Plex Sans SemiBold"/>
            </a:endParaRPr>
          </a:p>
          <a:p>
            <a:pPr marL="392430">
              <a:lnSpc>
                <a:spcPct val="100000"/>
              </a:lnSpc>
              <a:spcBef>
                <a:spcPts val="535"/>
              </a:spcBef>
            </a:pP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인터넷</a:t>
            </a:r>
            <a:r>
              <a:rPr dirty="0" sz="1300" spc="-9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연결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없이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사용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165">
                <a:solidFill>
                  <a:srgbClr val="4A5462"/>
                </a:solidFill>
                <a:latin typeface="Dotum"/>
                <a:cs typeface="Dotum"/>
              </a:rPr>
              <a:t>가능</a:t>
            </a:r>
            <a:endParaRPr sz="1300">
              <a:latin typeface="Dotum"/>
              <a:cs typeface="Dotum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14527" y="1948240"/>
            <a:ext cx="5843905" cy="4257675"/>
            <a:chOff x="414527" y="1948240"/>
            <a:chExt cx="5843905" cy="4257675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116" y="1948240"/>
              <a:ext cx="161924" cy="219074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414515" y="2916948"/>
              <a:ext cx="5590540" cy="3289300"/>
            </a:xfrm>
            <a:custGeom>
              <a:avLst/>
              <a:gdLst/>
              <a:ahLst/>
              <a:cxnLst/>
              <a:rect l="l" t="t" r="r" b="b"/>
              <a:pathLst>
                <a:path w="5590540" h="3289300">
                  <a:moveTo>
                    <a:pt x="5590032" y="0"/>
                  </a:moveTo>
                  <a:lnTo>
                    <a:pt x="5417286" y="0"/>
                  </a:lnTo>
                  <a:lnTo>
                    <a:pt x="5417286" y="181686"/>
                  </a:lnTo>
                  <a:lnTo>
                    <a:pt x="5417286" y="2925534"/>
                  </a:lnTo>
                  <a:lnTo>
                    <a:pt x="5409704" y="2963659"/>
                  </a:lnTo>
                  <a:lnTo>
                    <a:pt x="5388114" y="2995980"/>
                  </a:lnTo>
                  <a:lnTo>
                    <a:pt x="5355793" y="3017570"/>
                  </a:lnTo>
                  <a:lnTo>
                    <a:pt x="5317668" y="3025152"/>
                  </a:lnTo>
                  <a:lnTo>
                    <a:pt x="273697" y="3025152"/>
                  </a:lnTo>
                  <a:lnTo>
                    <a:pt x="235585" y="3017570"/>
                  </a:lnTo>
                  <a:lnTo>
                    <a:pt x="203263" y="2995980"/>
                  </a:lnTo>
                  <a:lnTo>
                    <a:pt x="181673" y="2963659"/>
                  </a:lnTo>
                  <a:lnTo>
                    <a:pt x="174091" y="2925534"/>
                  </a:lnTo>
                  <a:lnTo>
                    <a:pt x="174091" y="181686"/>
                  </a:lnTo>
                  <a:lnTo>
                    <a:pt x="181673" y="143573"/>
                  </a:lnTo>
                  <a:lnTo>
                    <a:pt x="203263" y="111252"/>
                  </a:lnTo>
                  <a:lnTo>
                    <a:pt x="235585" y="89662"/>
                  </a:lnTo>
                  <a:lnTo>
                    <a:pt x="273697" y="82080"/>
                  </a:lnTo>
                  <a:lnTo>
                    <a:pt x="5317668" y="82080"/>
                  </a:lnTo>
                  <a:lnTo>
                    <a:pt x="5355793" y="89662"/>
                  </a:lnTo>
                  <a:lnTo>
                    <a:pt x="5388114" y="111252"/>
                  </a:lnTo>
                  <a:lnTo>
                    <a:pt x="5409704" y="143573"/>
                  </a:lnTo>
                  <a:lnTo>
                    <a:pt x="5417286" y="181686"/>
                  </a:lnTo>
                  <a:lnTo>
                    <a:pt x="5417286" y="0"/>
                  </a:lnTo>
                  <a:lnTo>
                    <a:pt x="0" y="0"/>
                  </a:lnTo>
                  <a:lnTo>
                    <a:pt x="0" y="3288779"/>
                  </a:lnTo>
                  <a:lnTo>
                    <a:pt x="5590032" y="3288779"/>
                  </a:lnTo>
                  <a:lnTo>
                    <a:pt x="5590032" y="3025152"/>
                  </a:lnTo>
                  <a:lnTo>
                    <a:pt x="5590032" y="82080"/>
                  </a:lnTo>
                  <a:lnTo>
                    <a:pt x="5590032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79558" y="2989967"/>
              <a:ext cx="5261610" cy="2961640"/>
            </a:xfrm>
            <a:custGeom>
              <a:avLst/>
              <a:gdLst/>
              <a:ahLst/>
              <a:cxnLst/>
              <a:rect l="l" t="t" r="r" b="b"/>
              <a:pathLst>
                <a:path w="5261610" h="2961640">
                  <a:moveTo>
                    <a:pt x="5152636" y="2961181"/>
                  </a:moveTo>
                  <a:lnTo>
                    <a:pt x="108667" y="2961181"/>
                  </a:lnTo>
                  <a:lnTo>
                    <a:pt x="97962" y="2960664"/>
                  </a:lnTo>
                  <a:lnTo>
                    <a:pt x="57389" y="2948335"/>
                  </a:lnTo>
                  <a:lnTo>
                    <a:pt x="24623" y="2921418"/>
                  </a:lnTo>
                  <a:lnTo>
                    <a:pt x="4652" y="2884011"/>
                  </a:lnTo>
                  <a:lnTo>
                    <a:pt x="0" y="2852514"/>
                  </a:lnTo>
                  <a:lnTo>
                    <a:pt x="0" y="108667"/>
                  </a:lnTo>
                  <a:lnTo>
                    <a:pt x="8271" y="67082"/>
                  </a:lnTo>
                  <a:lnTo>
                    <a:pt x="31827" y="31827"/>
                  </a:lnTo>
                  <a:lnTo>
                    <a:pt x="67082" y="8271"/>
                  </a:lnTo>
                  <a:lnTo>
                    <a:pt x="108667" y="0"/>
                  </a:lnTo>
                  <a:lnTo>
                    <a:pt x="5152636" y="0"/>
                  </a:lnTo>
                  <a:lnTo>
                    <a:pt x="5194221" y="8271"/>
                  </a:lnTo>
                  <a:lnTo>
                    <a:pt x="5229475" y="31827"/>
                  </a:lnTo>
                  <a:lnTo>
                    <a:pt x="5253031" y="67082"/>
                  </a:lnTo>
                  <a:lnTo>
                    <a:pt x="5261304" y="108667"/>
                  </a:lnTo>
                  <a:lnTo>
                    <a:pt x="5261304" y="2852514"/>
                  </a:lnTo>
                  <a:lnTo>
                    <a:pt x="5253031" y="2894099"/>
                  </a:lnTo>
                  <a:lnTo>
                    <a:pt x="5229476" y="2929353"/>
                  </a:lnTo>
                  <a:lnTo>
                    <a:pt x="5194221" y="2952909"/>
                  </a:lnTo>
                  <a:lnTo>
                    <a:pt x="5152636" y="29611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79558" y="2989967"/>
              <a:ext cx="5261610" cy="2961640"/>
            </a:xfrm>
            <a:custGeom>
              <a:avLst/>
              <a:gdLst/>
              <a:ahLst/>
              <a:cxnLst/>
              <a:rect l="l" t="t" r="r" b="b"/>
              <a:pathLst>
                <a:path w="5261610" h="2961640">
                  <a:moveTo>
                    <a:pt x="5152637" y="2961181"/>
                  </a:moveTo>
                  <a:lnTo>
                    <a:pt x="108667" y="2961181"/>
                  </a:lnTo>
                  <a:lnTo>
                    <a:pt x="97962" y="2960664"/>
                  </a:lnTo>
                  <a:lnTo>
                    <a:pt x="57389" y="2948335"/>
                  </a:lnTo>
                  <a:lnTo>
                    <a:pt x="24623" y="2921418"/>
                  </a:lnTo>
                  <a:lnTo>
                    <a:pt x="4652" y="2884011"/>
                  </a:lnTo>
                  <a:lnTo>
                    <a:pt x="0" y="2852514"/>
                  </a:lnTo>
                  <a:lnTo>
                    <a:pt x="0" y="108667"/>
                  </a:lnTo>
                  <a:lnTo>
                    <a:pt x="8271" y="67082"/>
                  </a:lnTo>
                  <a:lnTo>
                    <a:pt x="31827" y="31827"/>
                  </a:lnTo>
                  <a:lnTo>
                    <a:pt x="67082" y="8271"/>
                  </a:lnTo>
                  <a:lnTo>
                    <a:pt x="108667" y="0"/>
                  </a:lnTo>
                  <a:lnTo>
                    <a:pt x="5152637" y="0"/>
                  </a:lnTo>
                  <a:lnTo>
                    <a:pt x="5194221" y="8271"/>
                  </a:lnTo>
                  <a:lnTo>
                    <a:pt x="5212710" y="18111"/>
                  </a:lnTo>
                  <a:lnTo>
                    <a:pt x="102721" y="18111"/>
                  </a:lnTo>
                  <a:lnTo>
                    <a:pt x="96832" y="18691"/>
                  </a:lnTo>
                  <a:lnTo>
                    <a:pt x="53413" y="36675"/>
                  </a:lnTo>
                  <a:lnTo>
                    <a:pt x="27279" y="68519"/>
                  </a:lnTo>
                  <a:lnTo>
                    <a:pt x="18111" y="102721"/>
                  </a:lnTo>
                  <a:lnTo>
                    <a:pt x="18111" y="2858460"/>
                  </a:lnTo>
                  <a:lnTo>
                    <a:pt x="30069" y="2897880"/>
                  </a:lnTo>
                  <a:lnTo>
                    <a:pt x="63300" y="2931111"/>
                  </a:lnTo>
                  <a:lnTo>
                    <a:pt x="102721" y="2943070"/>
                  </a:lnTo>
                  <a:lnTo>
                    <a:pt x="5212709" y="2943070"/>
                  </a:lnTo>
                  <a:lnTo>
                    <a:pt x="5203913" y="2948335"/>
                  </a:lnTo>
                  <a:lnTo>
                    <a:pt x="5194221" y="2952909"/>
                  </a:lnTo>
                  <a:lnTo>
                    <a:pt x="5184134" y="2956528"/>
                  </a:lnTo>
                  <a:lnTo>
                    <a:pt x="5173840" y="2959113"/>
                  </a:lnTo>
                  <a:lnTo>
                    <a:pt x="5163341" y="2960664"/>
                  </a:lnTo>
                  <a:lnTo>
                    <a:pt x="5152637" y="2961181"/>
                  </a:lnTo>
                  <a:close/>
                </a:path>
                <a:path w="5261610" h="2961640">
                  <a:moveTo>
                    <a:pt x="5212709" y="2943070"/>
                  </a:moveTo>
                  <a:lnTo>
                    <a:pt x="5158582" y="2943070"/>
                  </a:lnTo>
                  <a:lnTo>
                    <a:pt x="5164471" y="2942490"/>
                  </a:lnTo>
                  <a:lnTo>
                    <a:pt x="5176135" y="2940169"/>
                  </a:lnTo>
                  <a:lnTo>
                    <a:pt x="5212465" y="2920751"/>
                  </a:lnTo>
                  <a:lnTo>
                    <a:pt x="5238575" y="2881674"/>
                  </a:lnTo>
                  <a:lnTo>
                    <a:pt x="5243192" y="2858460"/>
                  </a:lnTo>
                  <a:lnTo>
                    <a:pt x="5243192" y="102721"/>
                  </a:lnTo>
                  <a:lnTo>
                    <a:pt x="5231234" y="63300"/>
                  </a:lnTo>
                  <a:lnTo>
                    <a:pt x="5198002" y="30069"/>
                  </a:lnTo>
                  <a:lnTo>
                    <a:pt x="5158582" y="18111"/>
                  </a:lnTo>
                  <a:lnTo>
                    <a:pt x="5212710" y="18111"/>
                  </a:lnTo>
                  <a:lnTo>
                    <a:pt x="5243006" y="48283"/>
                  </a:lnTo>
                  <a:lnTo>
                    <a:pt x="5259235" y="87463"/>
                  </a:lnTo>
                  <a:lnTo>
                    <a:pt x="5261304" y="108667"/>
                  </a:lnTo>
                  <a:lnTo>
                    <a:pt x="5261304" y="2852514"/>
                  </a:lnTo>
                  <a:lnTo>
                    <a:pt x="5253032" y="2894099"/>
                  </a:lnTo>
                  <a:lnTo>
                    <a:pt x="5229476" y="2929353"/>
                  </a:lnTo>
                  <a:lnTo>
                    <a:pt x="5213020" y="2942884"/>
                  </a:lnTo>
                  <a:lnTo>
                    <a:pt x="5212709" y="2943070"/>
                  </a:lnTo>
                  <a:close/>
                </a:path>
              </a:pathLst>
            </a:custGeom>
            <a:solidFill>
              <a:srgbClr val="4A8FE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15004" y="4330196"/>
              <a:ext cx="4790440" cy="1385570"/>
            </a:xfrm>
            <a:custGeom>
              <a:avLst/>
              <a:gdLst/>
              <a:ahLst/>
              <a:cxnLst/>
              <a:rect l="l" t="t" r="r" b="b"/>
              <a:pathLst>
                <a:path w="4790440" h="1385570">
                  <a:moveTo>
                    <a:pt x="4681745" y="1385506"/>
                  </a:moveTo>
                  <a:lnTo>
                    <a:pt x="108667" y="1385506"/>
                  </a:lnTo>
                  <a:lnTo>
                    <a:pt x="97962" y="1384989"/>
                  </a:lnTo>
                  <a:lnTo>
                    <a:pt x="57389" y="1372660"/>
                  </a:lnTo>
                  <a:lnTo>
                    <a:pt x="24624" y="1345743"/>
                  </a:lnTo>
                  <a:lnTo>
                    <a:pt x="4652" y="1308336"/>
                  </a:lnTo>
                  <a:lnTo>
                    <a:pt x="0" y="1276839"/>
                  </a:lnTo>
                  <a:lnTo>
                    <a:pt x="0" y="108667"/>
                  </a:lnTo>
                  <a:lnTo>
                    <a:pt x="8271" y="67081"/>
                  </a:lnTo>
                  <a:lnTo>
                    <a:pt x="31827" y="31827"/>
                  </a:lnTo>
                  <a:lnTo>
                    <a:pt x="67082" y="8271"/>
                  </a:lnTo>
                  <a:lnTo>
                    <a:pt x="108667" y="0"/>
                  </a:lnTo>
                  <a:lnTo>
                    <a:pt x="4681745" y="0"/>
                  </a:lnTo>
                  <a:lnTo>
                    <a:pt x="4723330" y="8271"/>
                  </a:lnTo>
                  <a:lnTo>
                    <a:pt x="4758584" y="31827"/>
                  </a:lnTo>
                  <a:lnTo>
                    <a:pt x="4782140" y="67081"/>
                  </a:lnTo>
                  <a:lnTo>
                    <a:pt x="4790412" y="108667"/>
                  </a:lnTo>
                  <a:lnTo>
                    <a:pt x="4790412" y="1276839"/>
                  </a:lnTo>
                  <a:lnTo>
                    <a:pt x="4782140" y="1318424"/>
                  </a:lnTo>
                  <a:lnTo>
                    <a:pt x="4758584" y="1353678"/>
                  </a:lnTo>
                  <a:lnTo>
                    <a:pt x="4723330" y="1377234"/>
                  </a:lnTo>
                  <a:lnTo>
                    <a:pt x="4681745" y="1385506"/>
                  </a:lnTo>
                  <a:close/>
                </a:path>
              </a:pathLst>
            </a:custGeom>
            <a:solidFill>
              <a:srgbClr val="86CDEB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14997" y="4330204"/>
              <a:ext cx="4790440" cy="1385570"/>
            </a:xfrm>
            <a:custGeom>
              <a:avLst/>
              <a:gdLst/>
              <a:ahLst/>
              <a:cxnLst/>
              <a:rect l="l" t="t" r="r" b="b"/>
              <a:pathLst>
                <a:path w="4790440" h="1385570">
                  <a:moveTo>
                    <a:pt x="18110" y="1168933"/>
                  </a:moveTo>
                  <a:lnTo>
                    <a:pt x="0" y="1168933"/>
                  </a:lnTo>
                  <a:lnTo>
                    <a:pt x="0" y="1223264"/>
                  </a:lnTo>
                  <a:lnTo>
                    <a:pt x="18110" y="1223264"/>
                  </a:lnTo>
                  <a:lnTo>
                    <a:pt x="18110" y="1168933"/>
                  </a:lnTo>
                  <a:close/>
                </a:path>
                <a:path w="4790440" h="1385570">
                  <a:moveTo>
                    <a:pt x="18110" y="1078649"/>
                  </a:moveTo>
                  <a:lnTo>
                    <a:pt x="0" y="1078649"/>
                  </a:lnTo>
                  <a:lnTo>
                    <a:pt x="0" y="1132979"/>
                  </a:lnTo>
                  <a:lnTo>
                    <a:pt x="18110" y="1132979"/>
                  </a:lnTo>
                  <a:lnTo>
                    <a:pt x="18110" y="1078649"/>
                  </a:lnTo>
                  <a:close/>
                </a:path>
                <a:path w="4790440" h="1385570">
                  <a:moveTo>
                    <a:pt x="18110" y="988364"/>
                  </a:moveTo>
                  <a:lnTo>
                    <a:pt x="0" y="988364"/>
                  </a:lnTo>
                  <a:lnTo>
                    <a:pt x="0" y="1042695"/>
                  </a:lnTo>
                  <a:lnTo>
                    <a:pt x="18110" y="1042695"/>
                  </a:lnTo>
                  <a:lnTo>
                    <a:pt x="18110" y="988364"/>
                  </a:lnTo>
                  <a:close/>
                </a:path>
                <a:path w="4790440" h="1385570">
                  <a:moveTo>
                    <a:pt x="18110" y="898080"/>
                  </a:moveTo>
                  <a:lnTo>
                    <a:pt x="0" y="898080"/>
                  </a:lnTo>
                  <a:lnTo>
                    <a:pt x="0" y="952411"/>
                  </a:lnTo>
                  <a:lnTo>
                    <a:pt x="18110" y="952411"/>
                  </a:lnTo>
                  <a:lnTo>
                    <a:pt x="18110" y="898080"/>
                  </a:lnTo>
                  <a:close/>
                </a:path>
                <a:path w="4790440" h="1385570">
                  <a:moveTo>
                    <a:pt x="18110" y="807796"/>
                  </a:moveTo>
                  <a:lnTo>
                    <a:pt x="0" y="807796"/>
                  </a:lnTo>
                  <a:lnTo>
                    <a:pt x="0" y="862126"/>
                  </a:lnTo>
                  <a:lnTo>
                    <a:pt x="18110" y="862126"/>
                  </a:lnTo>
                  <a:lnTo>
                    <a:pt x="18110" y="807796"/>
                  </a:lnTo>
                  <a:close/>
                </a:path>
                <a:path w="4790440" h="1385570">
                  <a:moveTo>
                    <a:pt x="18110" y="717499"/>
                  </a:moveTo>
                  <a:lnTo>
                    <a:pt x="0" y="717499"/>
                  </a:lnTo>
                  <a:lnTo>
                    <a:pt x="0" y="771842"/>
                  </a:lnTo>
                  <a:lnTo>
                    <a:pt x="18110" y="771842"/>
                  </a:lnTo>
                  <a:lnTo>
                    <a:pt x="18110" y="717499"/>
                  </a:lnTo>
                  <a:close/>
                </a:path>
                <a:path w="4790440" h="1385570">
                  <a:moveTo>
                    <a:pt x="18110" y="627214"/>
                  </a:moveTo>
                  <a:lnTo>
                    <a:pt x="0" y="627214"/>
                  </a:lnTo>
                  <a:lnTo>
                    <a:pt x="0" y="681558"/>
                  </a:lnTo>
                  <a:lnTo>
                    <a:pt x="18110" y="681558"/>
                  </a:lnTo>
                  <a:lnTo>
                    <a:pt x="18110" y="627214"/>
                  </a:lnTo>
                  <a:close/>
                </a:path>
                <a:path w="4790440" h="1385570">
                  <a:moveTo>
                    <a:pt x="18110" y="536930"/>
                  </a:moveTo>
                  <a:lnTo>
                    <a:pt x="0" y="536930"/>
                  </a:lnTo>
                  <a:lnTo>
                    <a:pt x="0" y="591261"/>
                  </a:lnTo>
                  <a:lnTo>
                    <a:pt x="18110" y="591261"/>
                  </a:lnTo>
                  <a:lnTo>
                    <a:pt x="18110" y="536930"/>
                  </a:lnTo>
                  <a:close/>
                </a:path>
                <a:path w="4790440" h="1385570">
                  <a:moveTo>
                    <a:pt x="18110" y="446646"/>
                  </a:moveTo>
                  <a:lnTo>
                    <a:pt x="0" y="446646"/>
                  </a:lnTo>
                  <a:lnTo>
                    <a:pt x="0" y="500976"/>
                  </a:lnTo>
                  <a:lnTo>
                    <a:pt x="18110" y="500976"/>
                  </a:lnTo>
                  <a:lnTo>
                    <a:pt x="18110" y="446646"/>
                  </a:lnTo>
                  <a:close/>
                </a:path>
                <a:path w="4790440" h="1385570">
                  <a:moveTo>
                    <a:pt x="18110" y="356362"/>
                  </a:moveTo>
                  <a:lnTo>
                    <a:pt x="0" y="356362"/>
                  </a:lnTo>
                  <a:lnTo>
                    <a:pt x="0" y="410692"/>
                  </a:lnTo>
                  <a:lnTo>
                    <a:pt x="18110" y="410692"/>
                  </a:lnTo>
                  <a:lnTo>
                    <a:pt x="18110" y="356362"/>
                  </a:lnTo>
                  <a:close/>
                </a:path>
                <a:path w="4790440" h="1385570">
                  <a:moveTo>
                    <a:pt x="18110" y="266077"/>
                  </a:moveTo>
                  <a:lnTo>
                    <a:pt x="0" y="266077"/>
                  </a:lnTo>
                  <a:lnTo>
                    <a:pt x="0" y="320408"/>
                  </a:lnTo>
                  <a:lnTo>
                    <a:pt x="18110" y="320408"/>
                  </a:lnTo>
                  <a:lnTo>
                    <a:pt x="18110" y="266077"/>
                  </a:lnTo>
                  <a:close/>
                </a:path>
                <a:path w="4790440" h="1385570">
                  <a:moveTo>
                    <a:pt x="18110" y="175793"/>
                  </a:moveTo>
                  <a:lnTo>
                    <a:pt x="0" y="175793"/>
                  </a:lnTo>
                  <a:lnTo>
                    <a:pt x="0" y="230124"/>
                  </a:lnTo>
                  <a:lnTo>
                    <a:pt x="18110" y="230124"/>
                  </a:lnTo>
                  <a:lnTo>
                    <a:pt x="18110" y="175793"/>
                  </a:lnTo>
                  <a:close/>
                </a:path>
                <a:path w="4790440" h="1385570">
                  <a:moveTo>
                    <a:pt x="20548" y="88150"/>
                  </a:moveTo>
                  <a:lnTo>
                    <a:pt x="2921" y="84035"/>
                  </a:lnTo>
                  <a:lnTo>
                    <a:pt x="2070" y="87464"/>
                  </a:lnTo>
                  <a:lnTo>
                    <a:pt x="1968" y="88150"/>
                  </a:lnTo>
                  <a:lnTo>
                    <a:pt x="520" y="97955"/>
                  </a:lnTo>
                  <a:lnTo>
                    <a:pt x="431" y="99745"/>
                  </a:lnTo>
                  <a:lnTo>
                    <a:pt x="0" y="108661"/>
                  </a:lnTo>
                  <a:lnTo>
                    <a:pt x="0" y="139839"/>
                  </a:lnTo>
                  <a:lnTo>
                    <a:pt x="18110" y="139839"/>
                  </a:lnTo>
                  <a:lnTo>
                    <a:pt x="18110" y="108661"/>
                  </a:lnTo>
                  <a:lnTo>
                    <a:pt x="18542" y="99745"/>
                  </a:lnTo>
                  <a:lnTo>
                    <a:pt x="19837" y="90995"/>
                  </a:lnTo>
                  <a:lnTo>
                    <a:pt x="20548" y="88150"/>
                  </a:lnTo>
                  <a:close/>
                </a:path>
                <a:path w="4790440" h="1385570">
                  <a:moveTo>
                    <a:pt x="24320" y="1309598"/>
                  </a:moveTo>
                  <a:lnTo>
                    <a:pt x="21983" y="1303083"/>
                  </a:lnTo>
                  <a:lnTo>
                    <a:pt x="19837" y="1294511"/>
                  </a:lnTo>
                  <a:lnTo>
                    <a:pt x="18542" y="1285760"/>
                  </a:lnTo>
                  <a:lnTo>
                    <a:pt x="18110" y="1276832"/>
                  </a:lnTo>
                  <a:lnTo>
                    <a:pt x="18110" y="1259217"/>
                  </a:lnTo>
                  <a:lnTo>
                    <a:pt x="0" y="1259217"/>
                  </a:lnTo>
                  <a:lnTo>
                    <a:pt x="0" y="1276832"/>
                  </a:lnTo>
                  <a:lnTo>
                    <a:pt x="520" y="1287538"/>
                  </a:lnTo>
                  <a:lnTo>
                    <a:pt x="2070" y="1298041"/>
                  </a:lnTo>
                  <a:lnTo>
                    <a:pt x="4648" y="1308328"/>
                  </a:lnTo>
                  <a:lnTo>
                    <a:pt x="7454" y="1316151"/>
                  </a:lnTo>
                  <a:lnTo>
                    <a:pt x="24320" y="1309598"/>
                  </a:lnTo>
                  <a:close/>
                </a:path>
                <a:path w="4790440" h="1385570">
                  <a:moveTo>
                    <a:pt x="71513" y="26187"/>
                  </a:moveTo>
                  <a:lnTo>
                    <a:pt x="64084" y="9690"/>
                  </a:lnTo>
                  <a:lnTo>
                    <a:pt x="57391" y="12839"/>
                  </a:lnTo>
                  <a:lnTo>
                    <a:pt x="48285" y="18300"/>
                  </a:lnTo>
                  <a:lnTo>
                    <a:pt x="39763" y="24625"/>
                  </a:lnTo>
                  <a:lnTo>
                    <a:pt x="31826" y="31826"/>
                  </a:lnTo>
                  <a:lnTo>
                    <a:pt x="24625" y="39763"/>
                  </a:lnTo>
                  <a:lnTo>
                    <a:pt x="18694" y="47752"/>
                  </a:lnTo>
                  <a:lnTo>
                    <a:pt x="33680" y="57899"/>
                  </a:lnTo>
                  <a:lnTo>
                    <a:pt x="38633" y="51244"/>
                  </a:lnTo>
                  <a:lnTo>
                    <a:pt x="44640" y="44627"/>
                  </a:lnTo>
                  <a:lnTo>
                    <a:pt x="51244" y="38633"/>
                  </a:lnTo>
                  <a:lnTo>
                    <a:pt x="58343" y="33350"/>
                  </a:lnTo>
                  <a:lnTo>
                    <a:pt x="65938" y="28816"/>
                  </a:lnTo>
                  <a:lnTo>
                    <a:pt x="71513" y="26187"/>
                  </a:lnTo>
                  <a:close/>
                </a:path>
                <a:path w="4790440" h="1385570">
                  <a:moveTo>
                    <a:pt x="83337" y="1363751"/>
                  </a:moveTo>
                  <a:lnTo>
                    <a:pt x="44640" y="1340866"/>
                  </a:lnTo>
                  <a:lnTo>
                    <a:pt x="41478" y="1337386"/>
                  </a:lnTo>
                  <a:lnTo>
                    <a:pt x="28041" y="1349502"/>
                  </a:lnTo>
                  <a:lnTo>
                    <a:pt x="67081" y="1377238"/>
                  </a:lnTo>
                  <a:lnTo>
                    <a:pt x="78270" y="1381125"/>
                  </a:lnTo>
                  <a:lnTo>
                    <a:pt x="78359" y="1380845"/>
                  </a:lnTo>
                  <a:lnTo>
                    <a:pt x="83337" y="1363751"/>
                  </a:lnTo>
                  <a:close/>
                </a:path>
                <a:path w="4790440" h="1385570">
                  <a:moveTo>
                    <a:pt x="163004" y="0"/>
                  </a:moveTo>
                  <a:lnTo>
                    <a:pt x="108673" y="0"/>
                  </a:lnTo>
                  <a:lnTo>
                    <a:pt x="102362" y="304"/>
                  </a:lnTo>
                  <a:lnTo>
                    <a:pt x="103416" y="18364"/>
                  </a:lnTo>
                  <a:lnTo>
                    <a:pt x="108673" y="18110"/>
                  </a:lnTo>
                  <a:lnTo>
                    <a:pt x="163004" y="18110"/>
                  </a:lnTo>
                  <a:lnTo>
                    <a:pt x="163004" y="0"/>
                  </a:lnTo>
                  <a:close/>
                </a:path>
                <a:path w="4790440" h="1385570">
                  <a:moveTo>
                    <a:pt x="170497" y="1367396"/>
                  </a:moveTo>
                  <a:lnTo>
                    <a:pt x="116154" y="1367396"/>
                  </a:lnTo>
                  <a:lnTo>
                    <a:pt x="116154" y="1385506"/>
                  </a:lnTo>
                  <a:lnTo>
                    <a:pt x="170497" y="1385506"/>
                  </a:lnTo>
                  <a:lnTo>
                    <a:pt x="170497" y="1367396"/>
                  </a:lnTo>
                  <a:close/>
                </a:path>
                <a:path w="4790440" h="1385570">
                  <a:moveTo>
                    <a:pt x="253288" y="0"/>
                  </a:moveTo>
                  <a:lnTo>
                    <a:pt x="198958" y="0"/>
                  </a:lnTo>
                  <a:lnTo>
                    <a:pt x="198958" y="18110"/>
                  </a:lnTo>
                  <a:lnTo>
                    <a:pt x="253288" y="18110"/>
                  </a:lnTo>
                  <a:lnTo>
                    <a:pt x="253288" y="0"/>
                  </a:lnTo>
                  <a:close/>
                </a:path>
                <a:path w="4790440" h="1385570">
                  <a:moveTo>
                    <a:pt x="260781" y="1367396"/>
                  </a:moveTo>
                  <a:lnTo>
                    <a:pt x="206451" y="1367396"/>
                  </a:lnTo>
                  <a:lnTo>
                    <a:pt x="206451" y="1385506"/>
                  </a:lnTo>
                  <a:lnTo>
                    <a:pt x="260781" y="1385506"/>
                  </a:lnTo>
                  <a:lnTo>
                    <a:pt x="260781" y="1367396"/>
                  </a:lnTo>
                  <a:close/>
                </a:path>
                <a:path w="4790440" h="1385570">
                  <a:moveTo>
                    <a:pt x="343573" y="0"/>
                  </a:moveTo>
                  <a:lnTo>
                    <a:pt x="289242" y="0"/>
                  </a:lnTo>
                  <a:lnTo>
                    <a:pt x="289242" y="18110"/>
                  </a:lnTo>
                  <a:lnTo>
                    <a:pt x="343573" y="18110"/>
                  </a:lnTo>
                  <a:lnTo>
                    <a:pt x="343573" y="0"/>
                  </a:lnTo>
                  <a:close/>
                </a:path>
                <a:path w="4790440" h="1385570">
                  <a:moveTo>
                    <a:pt x="351066" y="1367396"/>
                  </a:moveTo>
                  <a:lnTo>
                    <a:pt x="296735" y="1367396"/>
                  </a:lnTo>
                  <a:lnTo>
                    <a:pt x="296735" y="1385506"/>
                  </a:lnTo>
                  <a:lnTo>
                    <a:pt x="351066" y="1385506"/>
                  </a:lnTo>
                  <a:lnTo>
                    <a:pt x="351066" y="1367396"/>
                  </a:lnTo>
                  <a:close/>
                </a:path>
                <a:path w="4790440" h="1385570">
                  <a:moveTo>
                    <a:pt x="433857" y="0"/>
                  </a:moveTo>
                  <a:lnTo>
                    <a:pt x="379526" y="0"/>
                  </a:lnTo>
                  <a:lnTo>
                    <a:pt x="379526" y="18110"/>
                  </a:lnTo>
                  <a:lnTo>
                    <a:pt x="433857" y="18110"/>
                  </a:lnTo>
                  <a:lnTo>
                    <a:pt x="433857" y="0"/>
                  </a:lnTo>
                  <a:close/>
                </a:path>
                <a:path w="4790440" h="1385570">
                  <a:moveTo>
                    <a:pt x="441350" y="1367396"/>
                  </a:moveTo>
                  <a:lnTo>
                    <a:pt x="387019" y="1367396"/>
                  </a:lnTo>
                  <a:lnTo>
                    <a:pt x="387019" y="1385506"/>
                  </a:lnTo>
                  <a:lnTo>
                    <a:pt x="441350" y="1385506"/>
                  </a:lnTo>
                  <a:lnTo>
                    <a:pt x="441350" y="1367396"/>
                  </a:lnTo>
                  <a:close/>
                </a:path>
                <a:path w="4790440" h="1385570">
                  <a:moveTo>
                    <a:pt x="524141" y="0"/>
                  </a:moveTo>
                  <a:lnTo>
                    <a:pt x="469811" y="0"/>
                  </a:lnTo>
                  <a:lnTo>
                    <a:pt x="469811" y="18110"/>
                  </a:lnTo>
                  <a:lnTo>
                    <a:pt x="524141" y="18110"/>
                  </a:lnTo>
                  <a:lnTo>
                    <a:pt x="524141" y="0"/>
                  </a:lnTo>
                  <a:close/>
                </a:path>
                <a:path w="4790440" h="1385570">
                  <a:moveTo>
                    <a:pt x="531634" y="1367396"/>
                  </a:moveTo>
                  <a:lnTo>
                    <a:pt x="477304" y="1367396"/>
                  </a:lnTo>
                  <a:lnTo>
                    <a:pt x="477304" y="1385506"/>
                  </a:lnTo>
                  <a:lnTo>
                    <a:pt x="531634" y="1385506"/>
                  </a:lnTo>
                  <a:lnTo>
                    <a:pt x="531634" y="1367396"/>
                  </a:lnTo>
                  <a:close/>
                </a:path>
                <a:path w="4790440" h="1385570">
                  <a:moveTo>
                    <a:pt x="614426" y="0"/>
                  </a:moveTo>
                  <a:lnTo>
                    <a:pt x="560095" y="0"/>
                  </a:lnTo>
                  <a:lnTo>
                    <a:pt x="560095" y="18110"/>
                  </a:lnTo>
                  <a:lnTo>
                    <a:pt x="614426" y="18110"/>
                  </a:lnTo>
                  <a:lnTo>
                    <a:pt x="614426" y="0"/>
                  </a:lnTo>
                  <a:close/>
                </a:path>
                <a:path w="4790440" h="1385570">
                  <a:moveTo>
                    <a:pt x="621919" y="1367396"/>
                  </a:moveTo>
                  <a:lnTo>
                    <a:pt x="567588" y="1367396"/>
                  </a:lnTo>
                  <a:lnTo>
                    <a:pt x="567588" y="1385506"/>
                  </a:lnTo>
                  <a:lnTo>
                    <a:pt x="621919" y="1385506"/>
                  </a:lnTo>
                  <a:lnTo>
                    <a:pt x="621919" y="1367396"/>
                  </a:lnTo>
                  <a:close/>
                </a:path>
                <a:path w="4790440" h="1385570">
                  <a:moveTo>
                    <a:pt x="704710" y="0"/>
                  </a:moveTo>
                  <a:lnTo>
                    <a:pt x="650379" y="0"/>
                  </a:lnTo>
                  <a:lnTo>
                    <a:pt x="650379" y="18110"/>
                  </a:lnTo>
                  <a:lnTo>
                    <a:pt x="704710" y="18110"/>
                  </a:lnTo>
                  <a:lnTo>
                    <a:pt x="704710" y="0"/>
                  </a:lnTo>
                  <a:close/>
                </a:path>
                <a:path w="4790440" h="1385570">
                  <a:moveTo>
                    <a:pt x="712203" y="1367396"/>
                  </a:moveTo>
                  <a:lnTo>
                    <a:pt x="657872" y="1367396"/>
                  </a:lnTo>
                  <a:lnTo>
                    <a:pt x="657872" y="1385506"/>
                  </a:lnTo>
                  <a:lnTo>
                    <a:pt x="712203" y="1385506"/>
                  </a:lnTo>
                  <a:lnTo>
                    <a:pt x="712203" y="1367396"/>
                  </a:lnTo>
                  <a:close/>
                </a:path>
                <a:path w="4790440" h="1385570">
                  <a:moveTo>
                    <a:pt x="795007" y="0"/>
                  </a:moveTo>
                  <a:lnTo>
                    <a:pt x="740664" y="0"/>
                  </a:lnTo>
                  <a:lnTo>
                    <a:pt x="740664" y="18110"/>
                  </a:lnTo>
                  <a:lnTo>
                    <a:pt x="795007" y="18110"/>
                  </a:lnTo>
                  <a:lnTo>
                    <a:pt x="795007" y="0"/>
                  </a:lnTo>
                  <a:close/>
                </a:path>
                <a:path w="4790440" h="1385570">
                  <a:moveTo>
                    <a:pt x="802487" y="1367396"/>
                  </a:moveTo>
                  <a:lnTo>
                    <a:pt x="748157" y="1367396"/>
                  </a:lnTo>
                  <a:lnTo>
                    <a:pt x="748157" y="1385506"/>
                  </a:lnTo>
                  <a:lnTo>
                    <a:pt x="802487" y="1385506"/>
                  </a:lnTo>
                  <a:lnTo>
                    <a:pt x="802487" y="1367396"/>
                  </a:lnTo>
                  <a:close/>
                </a:path>
                <a:path w="4790440" h="1385570">
                  <a:moveTo>
                    <a:pt x="885291" y="0"/>
                  </a:moveTo>
                  <a:lnTo>
                    <a:pt x="830948" y="0"/>
                  </a:lnTo>
                  <a:lnTo>
                    <a:pt x="830948" y="18110"/>
                  </a:lnTo>
                  <a:lnTo>
                    <a:pt x="885291" y="18110"/>
                  </a:lnTo>
                  <a:lnTo>
                    <a:pt x="885291" y="0"/>
                  </a:lnTo>
                  <a:close/>
                </a:path>
                <a:path w="4790440" h="1385570">
                  <a:moveTo>
                    <a:pt x="892784" y="1367396"/>
                  </a:moveTo>
                  <a:lnTo>
                    <a:pt x="838441" y="1367396"/>
                  </a:lnTo>
                  <a:lnTo>
                    <a:pt x="838441" y="1385506"/>
                  </a:lnTo>
                  <a:lnTo>
                    <a:pt x="892784" y="1385506"/>
                  </a:lnTo>
                  <a:lnTo>
                    <a:pt x="892784" y="1367396"/>
                  </a:lnTo>
                  <a:close/>
                </a:path>
                <a:path w="4790440" h="1385570">
                  <a:moveTo>
                    <a:pt x="975575" y="0"/>
                  </a:moveTo>
                  <a:lnTo>
                    <a:pt x="921245" y="0"/>
                  </a:lnTo>
                  <a:lnTo>
                    <a:pt x="921245" y="18110"/>
                  </a:lnTo>
                  <a:lnTo>
                    <a:pt x="975575" y="18110"/>
                  </a:lnTo>
                  <a:lnTo>
                    <a:pt x="975575" y="0"/>
                  </a:lnTo>
                  <a:close/>
                </a:path>
                <a:path w="4790440" h="1385570">
                  <a:moveTo>
                    <a:pt x="983068" y="1367396"/>
                  </a:moveTo>
                  <a:lnTo>
                    <a:pt x="928725" y="1367396"/>
                  </a:lnTo>
                  <a:lnTo>
                    <a:pt x="928725" y="1385506"/>
                  </a:lnTo>
                  <a:lnTo>
                    <a:pt x="983068" y="1385506"/>
                  </a:lnTo>
                  <a:lnTo>
                    <a:pt x="983068" y="1367396"/>
                  </a:lnTo>
                  <a:close/>
                </a:path>
                <a:path w="4790440" h="1385570">
                  <a:moveTo>
                    <a:pt x="1065860" y="0"/>
                  </a:moveTo>
                  <a:lnTo>
                    <a:pt x="1011529" y="0"/>
                  </a:lnTo>
                  <a:lnTo>
                    <a:pt x="1011529" y="18110"/>
                  </a:lnTo>
                  <a:lnTo>
                    <a:pt x="1065860" y="18110"/>
                  </a:lnTo>
                  <a:lnTo>
                    <a:pt x="1065860" y="0"/>
                  </a:lnTo>
                  <a:close/>
                </a:path>
                <a:path w="4790440" h="1385570">
                  <a:moveTo>
                    <a:pt x="1073353" y="1367396"/>
                  </a:moveTo>
                  <a:lnTo>
                    <a:pt x="1019022" y="1367396"/>
                  </a:lnTo>
                  <a:lnTo>
                    <a:pt x="1019022" y="1385506"/>
                  </a:lnTo>
                  <a:lnTo>
                    <a:pt x="1073353" y="1385506"/>
                  </a:lnTo>
                  <a:lnTo>
                    <a:pt x="1073353" y="1367396"/>
                  </a:lnTo>
                  <a:close/>
                </a:path>
                <a:path w="4790440" h="1385570">
                  <a:moveTo>
                    <a:pt x="1156144" y="0"/>
                  </a:moveTo>
                  <a:lnTo>
                    <a:pt x="1101813" y="0"/>
                  </a:lnTo>
                  <a:lnTo>
                    <a:pt x="1101813" y="18110"/>
                  </a:lnTo>
                  <a:lnTo>
                    <a:pt x="1156144" y="18110"/>
                  </a:lnTo>
                  <a:lnTo>
                    <a:pt x="1156144" y="0"/>
                  </a:lnTo>
                  <a:close/>
                </a:path>
                <a:path w="4790440" h="1385570">
                  <a:moveTo>
                    <a:pt x="1163637" y="1367396"/>
                  </a:moveTo>
                  <a:lnTo>
                    <a:pt x="1109306" y="1367396"/>
                  </a:lnTo>
                  <a:lnTo>
                    <a:pt x="1109306" y="1385506"/>
                  </a:lnTo>
                  <a:lnTo>
                    <a:pt x="1163637" y="1385506"/>
                  </a:lnTo>
                  <a:lnTo>
                    <a:pt x="1163637" y="1367396"/>
                  </a:lnTo>
                  <a:close/>
                </a:path>
                <a:path w="4790440" h="1385570">
                  <a:moveTo>
                    <a:pt x="1246428" y="0"/>
                  </a:moveTo>
                  <a:lnTo>
                    <a:pt x="1192098" y="0"/>
                  </a:lnTo>
                  <a:lnTo>
                    <a:pt x="1192098" y="18110"/>
                  </a:lnTo>
                  <a:lnTo>
                    <a:pt x="1246428" y="18110"/>
                  </a:lnTo>
                  <a:lnTo>
                    <a:pt x="1246428" y="0"/>
                  </a:lnTo>
                  <a:close/>
                </a:path>
                <a:path w="4790440" h="1385570">
                  <a:moveTo>
                    <a:pt x="1253921" y="1367396"/>
                  </a:moveTo>
                  <a:lnTo>
                    <a:pt x="1199591" y="1367396"/>
                  </a:lnTo>
                  <a:lnTo>
                    <a:pt x="1199591" y="1385506"/>
                  </a:lnTo>
                  <a:lnTo>
                    <a:pt x="1253921" y="1385506"/>
                  </a:lnTo>
                  <a:lnTo>
                    <a:pt x="1253921" y="1367396"/>
                  </a:lnTo>
                  <a:close/>
                </a:path>
                <a:path w="4790440" h="1385570">
                  <a:moveTo>
                    <a:pt x="1336713" y="0"/>
                  </a:moveTo>
                  <a:lnTo>
                    <a:pt x="1282382" y="0"/>
                  </a:lnTo>
                  <a:lnTo>
                    <a:pt x="1282382" y="18110"/>
                  </a:lnTo>
                  <a:lnTo>
                    <a:pt x="1336713" y="18110"/>
                  </a:lnTo>
                  <a:lnTo>
                    <a:pt x="1336713" y="0"/>
                  </a:lnTo>
                  <a:close/>
                </a:path>
                <a:path w="4790440" h="1385570">
                  <a:moveTo>
                    <a:pt x="1344206" y="1367396"/>
                  </a:moveTo>
                  <a:lnTo>
                    <a:pt x="1289875" y="1367396"/>
                  </a:lnTo>
                  <a:lnTo>
                    <a:pt x="1289875" y="1385506"/>
                  </a:lnTo>
                  <a:lnTo>
                    <a:pt x="1344206" y="1385506"/>
                  </a:lnTo>
                  <a:lnTo>
                    <a:pt x="1344206" y="1367396"/>
                  </a:lnTo>
                  <a:close/>
                </a:path>
                <a:path w="4790440" h="1385570">
                  <a:moveTo>
                    <a:pt x="1426997" y="0"/>
                  </a:moveTo>
                  <a:lnTo>
                    <a:pt x="1372666" y="0"/>
                  </a:lnTo>
                  <a:lnTo>
                    <a:pt x="1372666" y="18110"/>
                  </a:lnTo>
                  <a:lnTo>
                    <a:pt x="1426997" y="18110"/>
                  </a:lnTo>
                  <a:lnTo>
                    <a:pt x="1426997" y="0"/>
                  </a:lnTo>
                  <a:close/>
                </a:path>
                <a:path w="4790440" h="1385570">
                  <a:moveTo>
                    <a:pt x="1434490" y="1367396"/>
                  </a:moveTo>
                  <a:lnTo>
                    <a:pt x="1380159" y="1367396"/>
                  </a:lnTo>
                  <a:lnTo>
                    <a:pt x="1380159" y="1385506"/>
                  </a:lnTo>
                  <a:lnTo>
                    <a:pt x="1434490" y="1385506"/>
                  </a:lnTo>
                  <a:lnTo>
                    <a:pt x="1434490" y="1367396"/>
                  </a:lnTo>
                  <a:close/>
                </a:path>
                <a:path w="4790440" h="1385570">
                  <a:moveTo>
                    <a:pt x="1517281" y="0"/>
                  </a:moveTo>
                  <a:lnTo>
                    <a:pt x="1462951" y="0"/>
                  </a:lnTo>
                  <a:lnTo>
                    <a:pt x="1462951" y="18110"/>
                  </a:lnTo>
                  <a:lnTo>
                    <a:pt x="1517281" y="18110"/>
                  </a:lnTo>
                  <a:lnTo>
                    <a:pt x="1517281" y="0"/>
                  </a:lnTo>
                  <a:close/>
                </a:path>
                <a:path w="4790440" h="1385570">
                  <a:moveTo>
                    <a:pt x="1524774" y="1367396"/>
                  </a:moveTo>
                  <a:lnTo>
                    <a:pt x="1470444" y="1367396"/>
                  </a:lnTo>
                  <a:lnTo>
                    <a:pt x="1470444" y="1385506"/>
                  </a:lnTo>
                  <a:lnTo>
                    <a:pt x="1524774" y="1385506"/>
                  </a:lnTo>
                  <a:lnTo>
                    <a:pt x="1524774" y="1367396"/>
                  </a:lnTo>
                  <a:close/>
                </a:path>
                <a:path w="4790440" h="1385570">
                  <a:moveTo>
                    <a:pt x="1607578" y="0"/>
                  </a:moveTo>
                  <a:lnTo>
                    <a:pt x="1553235" y="0"/>
                  </a:lnTo>
                  <a:lnTo>
                    <a:pt x="1553235" y="18110"/>
                  </a:lnTo>
                  <a:lnTo>
                    <a:pt x="1607578" y="18110"/>
                  </a:lnTo>
                  <a:lnTo>
                    <a:pt x="1607578" y="0"/>
                  </a:lnTo>
                  <a:close/>
                </a:path>
                <a:path w="4790440" h="1385570">
                  <a:moveTo>
                    <a:pt x="1615059" y="1367396"/>
                  </a:moveTo>
                  <a:lnTo>
                    <a:pt x="1560728" y="1367396"/>
                  </a:lnTo>
                  <a:lnTo>
                    <a:pt x="1560728" y="1385506"/>
                  </a:lnTo>
                  <a:lnTo>
                    <a:pt x="1615059" y="1385506"/>
                  </a:lnTo>
                  <a:lnTo>
                    <a:pt x="1615059" y="1367396"/>
                  </a:lnTo>
                  <a:close/>
                </a:path>
                <a:path w="4790440" h="1385570">
                  <a:moveTo>
                    <a:pt x="1697863" y="0"/>
                  </a:moveTo>
                  <a:lnTo>
                    <a:pt x="1643519" y="0"/>
                  </a:lnTo>
                  <a:lnTo>
                    <a:pt x="1643519" y="18110"/>
                  </a:lnTo>
                  <a:lnTo>
                    <a:pt x="1697863" y="18110"/>
                  </a:lnTo>
                  <a:lnTo>
                    <a:pt x="1697863" y="0"/>
                  </a:lnTo>
                  <a:close/>
                </a:path>
                <a:path w="4790440" h="1385570">
                  <a:moveTo>
                    <a:pt x="1705356" y="1367396"/>
                  </a:moveTo>
                  <a:lnTo>
                    <a:pt x="1651012" y="1367396"/>
                  </a:lnTo>
                  <a:lnTo>
                    <a:pt x="1651012" y="1385506"/>
                  </a:lnTo>
                  <a:lnTo>
                    <a:pt x="1705356" y="1385506"/>
                  </a:lnTo>
                  <a:lnTo>
                    <a:pt x="1705356" y="1367396"/>
                  </a:lnTo>
                  <a:close/>
                </a:path>
                <a:path w="4790440" h="1385570">
                  <a:moveTo>
                    <a:pt x="1788147" y="0"/>
                  </a:moveTo>
                  <a:lnTo>
                    <a:pt x="1733816" y="0"/>
                  </a:lnTo>
                  <a:lnTo>
                    <a:pt x="1733816" y="18110"/>
                  </a:lnTo>
                  <a:lnTo>
                    <a:pt x="1788147" y="18110"/>
                  </a:lnTo>
                  <a:lnTo>
                    <a:pt x="1788147" y="0"/>
                  </a:lnTo>
                  <a:close/>
                </a:path>
                <a:path w="4790440" h="1385570">
                  <a:moveTo>
                    <a:pt x="1795640" y="1367396"/>
                  </a:moveTo>
                  <a:lnTo>
                    <a:pt x="1741297" y="1367396"/>
                  </a:lnTo>
                  <a:lnTo>
                    <a:pt x="1741297" y="1385506"/>
                  </a:lnTo>
                  <a:lnTo>
                    <a:pt x="1795640" y="1385506"/>
                  </a:lnTo>
                  <a:lnTo>
                    <a:pt x="1795640" y="1367396"/>
                  </a:lnTo>
                  <a:close/>
                </a:path>
                <a:path w="4790440" h="1385570">
                  <a:moveTo>
                    <a:pt x="1878431" y="0"/>
                  </a:moveTo>
                  <a:lnTo>
                    <a:pt x="1824101" y="0"/>
                  </a:lnTo>
                  <a:lnTo>
                    <a:pt x="1824101" y="18110"/>
                  </a:lnTo>
                  <a:lnTo>
                    <a:pt x="1878431" y="18110"/>
                  </a:lnTo>
                  <a:lnTo>
                    <a:pt x="1878431" y="0"/>
                  </a:lnTo>
                  <a:close/>
                </a:path>
                <a:path w="4790440" h="1385570">
                  <a:moveTo>
                    <a:pt x="1885924" y="1367396"/>
                  </a:moveTo>
                  <a:lnTo>
                    <a:pt x="1831594" y="1367396"/>
                  </a:lnTo>
                  <a:lnTo>
                    <a:pt x="1831594" y="1385506"/>
                  </a:lnTo>
                  <a:lnTo>
                    <a:pt x="1885924" y="1385506"/>
                  </a:lnTo>
                  <a:lnTo>
                    <a:pt x="1885924" y="1367396"/>
                  </a:lnTo>
                  <a:close/>
                </a:path>
                <a:path w="4790440" h="1385570">
                  <a:moveTo>
                    <a:pt x="1968715" y="0"/>
                  </a:moveTo>
                  <a:lnTo>
                    <a:pt x="1914385" y="0"/>
                  </a:lnTo>
                  <a:lnTo>
                    <a:pt x="1914385" y="18110"/>
                  </a:lnTo>
                  <a:lnTo>
                    <a:pt x="1968715" y="18110"/>
                  </a:lnTo>
                  <a:lnTo>
                    <a:pt x="1968715" y="0"/>
                  </a:lnTo>
                  <a:close/>
                </a:path>
                <a:path w="4790440" h="1385570">
                  <a:moveTo>
                    <a:pt x="1976208" y="1367396"/>
                  </a:moveTo>
                  <a:lnTo>
                    <a:pt x="1921878" y="1367396"/>
                  </a:lnTo>
                  <a:lnTo>
                    <a:pt x="1921878" y="1385506"/>
                  </a:lnTo>
                  <a:lnTo>
                    <a:pt x="1976208" y="1385506"/>
                  </a:lnTo>
                  <a:lnTo>
                    <a:pt x="1976208" y="1367396"/>
                  </a:lnTo>
                  <a:close/>
                </a:path>
                <a:path w="4790440" h="1385570">
                  <a:moveTo>
                    <a:pt x="2059000" y="0"/>
                  </a:moveTo>
                  <a:lnTo>
                    <a:pt x="2004669" y="0"/>
                  </a:lnTo>
                  <a:lnTo>
                    <a:pt x="2004669" y="18110"/>
                  </a:lnTo>
                  <a:lnTo>
                    <a:pt x="2059000" y="18110"/>
                  </a:lnTo>
                  <a:lnTo>
                    <a:pt x="2059000" y="0"/>
                  </a:lnTo>
                  <a:close/>
                </a:path>
                <a:path w="4790440" h="1385570">
                  <a:moveTo>
                    <a:pt x="2066493" y="1367396"/>
                  </a:moveTo>
                  <a:lnTo>
                    <a:pt x="2012162" y="1367396"/>
                  </a:lnTo>
                  <a:lnTo>
                    <a:pt x="2012162" y="1385506"/>
                  </a:lnTo>
                  <a:lnTo>
                    <a:pt x="2066493" y="1385506"/>
                  </a:lnTo>
                  <a:lnTo>
                    <a:pt x="2066493" y="1367396"/>
                  </a:lnTo>
                  <a:close/>
                </a:path>
                <a:path w="4790440" h="1385570">
                  <a:moveTo>
                    <a:pt x="2149284" y="0"/>
                  </a:moveTo>
                  <a:lnTo>
                    <a:pt x="2094953" y="0"/>
                  </a:lnTo>
                  <a:lnTo>
                    <a:pt x="2094953" y="18110"/>
                  </a:lnTo>
                  <a:lnTo>
                    <a:pt x="2149284" y="18110"/>
                  </a:lnTo>
                  <a:lnTo>
                    <a:pt x="2149284" y="0"/>
                  </a:lnTo>
                  <a:close/>
                </a:path>
                <a:path w="4790440" h="1385570">
                  <a:moveTo>
                    <a:pt x="2156777" y="1367396"/>
                  </a:moveTo>
                  <a:lnTo>
                    <a:pt x="2102446" y="1367396"/>
                  </a:lnTo>
                  <a:lnTo>
                    <a:pt x="2102446" y="1385506"/>
                  </a:lnTo>
                  <a:lnTo>
                    <a:pt x="2156777" y="1385506"/>
                  </a:lnTo>
                  <a:lnTo>
                    <a:pt x="2156777" y="1367396"/>
                  </a:lnTo>
                  <a:close/>
                </a:path>
                <a:path w="4790440" h="1385570">
                  <a:moveTo>
                    <a:pt x="2239568" y="0"/>
                  </a:moveTo>
                  <a:lnTo>
                    <a:pt x="2185238" y="0"/>
                  </a:lnTo>
                  <a:lnTo>
                    <a:pt x="2185238" y="18110"/>
                  </a:lnTo>
                  <a:lnTo>
                    <a:pt x="2239568" y="18110"/>
                  </a:lnTo>
                  <a:lnTo>
                    <a:pt x="2239568" y="0"/>
                  </a:lnTo>
                  <a:close/>
                </a:path>
                <a:path w="4790440" h="1385570">
                  <a:moveTo>
                    <a:pt x="2247061" y="1367396"/>
                  </a:moveTo>
                  <a:lnTo>
                    <a:pt x="2192731" y="1367396"/>
                  </a:lnTo>
                  <a:lnTo>
                    <a:pt x="2192731" y="1385506"/>
                  </a:lnTo>
                  <a:lnTo>
                    <a:pt x="2247061" y="1385506"/>
                  </a:lnTo>
                  <a:lnTo>
                    <a:pt x="2247061" y="1367396"/>
                  </a:lnTo>
                  <a:close/>
                </a:path>
                <a:path w="4790440" h="1385570">
                  <a:moveTo>
                    <a:pt x="2329853" y="0"/>
                  </a:moveTo>
                  <a:lnTo>
                    <a:pt x="2275522" y="0"/>
                  </a:lnTo>
                  <a:lnTo>
                    <a:pt x="2275522" y="18110"/>
                  </a:lnTo>
                  <a:lnTo>
                    <a:pt x="2329853" y="18110"/>
                  </a:lnTo>
                  <a:lnTo>
                    <a:pt x="2329853" y="0"/>
                  </a:lnTo>
                  <a:close/>
                </a:path>
                <a:path w="4790440" h="1385570">
                  <a:moveTo>
                    <a:pt x="2337346" y="1367396"/>
                  </a:moveTo>
                  <a:lnTo>
                    <a:pt x="2283015" y="1367396"/>
                  </a:lnTo>
                  <a:lnTo>
                    <a:pt x="2283015" y="1385506"/>
                  </a:lnTo>
                  <a:lnTo>
                    <a:pt x="2337346" y="1385506"/>
                  </a:lnTo>
                  <a:lnTo>
                    <a:pt x="2337346" y="1367396"/>
                  </a:lnTo>
                  <a:close/>
                </a:path>
                <a:path w="4790440" h="1385570">
                  <a:moveTo>
                    <a:pt x="2420137" y="0"/>
                  </a:moveTo>
                  <a:lnTo>
                    <a:pt x="2365806" y="0"/>
                  </a:lnTo>
                  <a:lnTo>
                    <a:pt x="2365806" y="18110"/>
                  </a:lnTo>
                  <a:lnTo>
                    <a:pt x="2420137" y="18110"/>
                  </a:lnTo>
                  <a:lnTo>
                    <a:pt x="2420137" y="0"/>
                  </a:lnTo>
                  <a:close/>
                </a:path>
                <a:path w="4790440" h="1385570">
                  <a:moveTo>
                    <a:pt x="2427630" y="1367396"/>
                  </a:moveTo>
                  <a:lnTo>
                    <a:pt x="2373299" y="1367396"/>
                  </a:lnTo>
                  <a:lnTo>
                    <a:pt x="2373299" y="1385506"/>
                  </a:lnTo>
                  <a:lnTo>
                    <a:pt x="2427630" y="1385506"/>
                  </a:lnTo>
                  <a:lnTo>
                    <a:pt x="2427630" y="1367396"/>
                  </a:lnTo>
                  <a:close/>
                </a:path>
                <a:path w="4790440" h="1385570">
                  <a:moveTo>
                    <a:pt x="2510434" y="0"/>
                  </a:moveTo>
                  <a:lnTo>
                    <a:pt x="2456091" y="0"/>
                  </a:lnTo>
                  <a:lnTo>
                    <a:pt x="2456091" y="18110"/>
                  </a:lnTo>
                  <a:lnTo>
                    <a:pt x="2510434" y="18110"/>
                  </a:lnTo>
                  <a:lnTo>
                    <a:pt x="2510434" y="0"/>
                  </a:lnTo>
                  <a:close/>
                </a:path>
                <a:path w="4790440" h="1385570">
                  <a:moveTo>
                    <a:pt x="2517927" y="1367396"/>
                  </a:moveTo>
                  <a:lnTo>
                    <a:pt x="2463584" y="1367396"/>
                  </a:lnTo>
                  <a:lnTo>
                    <a:pt x="2463584" y="1385506"/>
                  </a:lnTo>
                  <a:lnTo>
                    <a:pt x="2517927" y="1385506"/>
                  </a:lnTo>
                  <a:lnTo>
                    <a:pt x="2517927" y="1367396"/>
                  </a:lnTo>
                  <a:close/>
                </a:path>
                <a:path w="4790440" h="1385570">
                  <a:moveTo>
                    <a:pt x="2600718" y="0"/>
                  </a:moveTo>
                  <a:lnTo>
                    <a:pt x="2546375" y="0"/>
                  </a:lnTo>
                  <a:lnTo>
                    <a:pt x="2546375" y="18110"/>
                  </a:lnTo>
                  <a:lnTo>
                    <a:pt x="2600718" y="18110"/>
                  </a:lnTo>
                  <a:lnTo>
                    <a:pt x="2600718" y="0"/>
                  </a:lnTo>
                  <a:close/>
                </a:path>
                <a:path w="4790440" h="1385570">
                  <a:moveTo>
                    <a:pt x="2608211" y="1367396"/>
                  </a:moveTo>
                  <a:lnTo>
                    <a:pt x="2553868" y="1367396"/>
                  </a:lnTo>
                  <a:lnTo>
                    <a:pt x="2553868" y="1385506"/>
                  </a:lnTo>
                  <a:lnTo>
                    <a:pt x="2608211" y="1385506"/>
                  </a:lnTo>
                  <a:lnTo>
                    <a:pt x="2608211" y="1367396"/>
                  </a:lnTo>
                  <a:close/>
                </a:path>
                <a:path w="4790440" h="1385570">
                  <a:moveTo>
                    <a:pt x="2691003" y="0"/>
                  </a:moveTo>
                  <a:lnTo>
                    <a:pt x="2636672" y="0"/>
                  </a:lnTo>
                  <a:lnTo>
                    <a:pt x="2636672" y="18110"/>
                  </a:lnTo>
                  <a:lnTo>
                    <a:pt x="2691003" y="18110"/>
                  </a:lnTo>
                  <a:lnTo>
                    <a:pt x="2691003" y="0"/>
                  </a:lnTo>
                  <a:close/>
                </a:path>
                <a:path w="4790440" h="1385570">
                  <a:moveTo>
                    <a:pt x="2698496" y="1367396"/>
                  </a:moveTo>
                  <a:lnTo>
                    <a:pt x="2644165" y="1367396"/>
                  </a:lnTo>
                  <a:lnTo>
                    <a:pt x="2644165" y="1385506"/>
                  </a:lnTo>
                  <a:lnTo>
                    <a:pt x="2698496" y="1385506"/>
                  </a:lnTo>
                  <a:lnTo>
                    <a:pt x="2698496" y="1367396"/>
                  </a:lnTo>
                  <a:close/>
                </a:path>
                <a:path w="4790440" h="1385570">
                  <a:moveTo>
                    <a:pt x="2781287" y="0"/>
                  </a:moveTo>
                  <a:lnTo>
                    <a:pt x="2726956" y="0"/>
                  </a:lnTo>
                  <a:lnTo>
                    <a:pt x="2726956" y="18110"/>
                  </a:lnTo>
                  <a:lnTo>
                    <a:pt x="2781287" y="18110"/>
                  </a:lnTo>
                  <a:lnTo>
                    <a:pt x="2781287" y="0"/>
                  </a:lnTo>
                  <a:close/>
                </a:path>
                <a:path w="4790440" h="1385570">
                  <a:moveTo>
                    <a:pt x="2788780" y="1367396"/>
                  </a:moveTo>
                  <a:lnTo>
                    <a:pt x="2734449" y="1367396"/>
                  </a:lnTo>
                  <a:lnTo>
                    <a:pt x="2734449" y="1385506"/>
                  </a:lnTo>
                  <a:lnTo>
                    <a:pt x="2788780" y="1385506"/>
                  </a:lnTo>
                  <a:lnTo>
                    <a:pt x="2788780" y="1367396"/>
                  </a:lnTo>
                  <a:close/>
                </a:path>
                <a:path w="4790440" h="1385570">
                  <a:moveTo>
                    <a:pt x="2871571" y="0"/>
                  </a:moveTo>
                  <a:lnTo>
                    <a:pt x="2817241" y="0"/>
                  </a:lnTo>
                  <a:lnTo>
                    <a:pt x="2817241" y="18110"/>
                  </a:lnTo>
                  <a:lnTo>
                    <a:pt x="2871571" y="18110"/>
                  </a:lnTo>
                  <a:lnTo>
                    <a:pt x="2871571" y="0"/>
                  </a:lnTo>
                  <a:close/>
                </a:path>
                <a:path w="4790440" h="1385570">
                  <a:moveTo>
                    <a:pt x="2879064" y="1367396"/>
                  </a:moveTo>
                  <a:lnTo>
                    <a:pt x="2824734" y="1367396"/>
                  </a:lnTo>
                  <a:lnTo>
                    <a:pt x="2824734" y="1385506"/>
                  </a:lnTo>
                  <a:lnTo>
                    <a:pt x="2879064" y="1385506"/>
                  </a:lnTo>
                  <a:lnTo>
                    <a:pt x="2879064" y="1367396"/>
                  </a:lnTo>
                  <a:close/>
                </a:path>
                <a:path w="4790440" h="1385570">
                  <a:moveTo>
                    <a:pt x="2961856" y="0"/>
                  </a:moveTo>
                  <a:lnTo>
                    <a:pt x="2907525" y="0"/>
                  </a:lnTo>
                  <a:lnTo>
                    <a:pt x="2907525" y="18110"/>
                  </a:lnTo>
                  <a:lnTo>
                    <a:pt x="2961856" y="18110"/>
                  </a:lnTo>
                  <a:lnTo>
                    <a:pt x="2961856" y="0"/>
                  </a:lnTo>
                  <a:close/>
                </a:path>
                <a:path w="4790440" h="1385570">
                  <a:moveTo>
                    <a:pt x="2969349" y="1367396"/>
                  </a:moveTo>
                  <a:lnTo>
                    <a:pt x="2915018" y="1367396"/>
                  </a:lnTo>
                  <a:lnTo>
                    <a:pt x="2915018" y="1385506"/>
                  </a:lnTo>
                  <a:lnTo>
                    <a:pt x="2969349" y="1385506"/>
                  </a:lnTo>
                  <a:lnTo>
                    <a:pt x="2969349" y="1367396"/>
                  </a:lnTo>
                  <a:close/>
                </a:path>
                <a:path w="4790440" h="1385570">
                  <a:moveTo>
                    <a:pt x="3052140" y="0"/>
                  </a:moveTo>
                  <a:lnTo>
                    <a:pt x="2997809" y="0"/>
                  </a:lnTo>
                  <a:lnTo>
                    <a:pt x="2997809" y="18110"/>
                  </a:lnTo>
                  <a:lnTo>
                    <a:pt x="3052140" y="18110"/>
                  </a:lnTo>
                  <a:lnTo>
                    <a:pt x="3052140" y="0"/>
                  </a:lnTo>
                  <a:close/>
                </a:path>
                <a:path w="4790440" h="1385570">
                  <a:moveTo>
                    <a:pt x="3059633" y="1367396"/>
                  </a:moveTo>
                  <a:lnTo>
                    <a:pt x="3005302" y="1367396"/>
                  </a:lnTo>
                  <a:lnTo>
                    <a:pt x="3005302" y="1385506"/>
                  </a:lnTo>
                  <a:lnTo>
                    <a:pt x="3059633" y="1385506"/>
                  </a:lnTo>
                  <a:lnTo>
                    <a:pt x="3059633" y="1367396"/>
                  </a:lnTo>
                  <a:close/>
                </a:path>
                <a:path w="4790440" h="1385570">
                  <a:moveTo>
                    <a:pt x="3142424" y="0"/>
                  </a:moveTo>
                  <a:lnTo>
                    <a:pt x="3088094" y="0"/>
                  </a:lnTo>
                  <a:lnTo>
                    <a:pt x="3088094" y="18110"/>
                  </a:lnTo>
                  <a:lnTo>
                    <a:pt x="3142424" y="18110"/>
                  </a:lnTo>
                  <a:lnTo>
                    <a:pt x="3142424" y="0"/>
                  </a:lnTo>
                  <a:close/>
                </a:path>
                <a:path w="4790440" h="1385570">
                  <a:moveTo>
                    <a:pt x="3149917" y="1367396"/>
                  </a:moveTo>
                  <a:lnTo>
                    <a:pt x="3095587" y="1367396"/>
                  </a:lnTo>
                  <a:lnTo>
                    <a:pt x="3095587" y="1385506"/>
                  </a:lnTo>
                  <a:lnTo>
                    <a:pt x="3149917" y="1385506"/>
                  </a:lnTo>
                  <a:lnTo>
                    <a:pt x="3149917" y="1367396"/>
                  </a:lnTo>
                  <a:close/>
                </a:path>
                <a:path w="4790440" h="1385570">
                  <a:moveTo>
                    <a:pt x="3232708" y="0"/>
                  </a:moveTo>
                  <a:lnTo>
                    <a:pt x="3178378" y="0"/>
                  </a:lnTo>
                  <a:lnTo>
                    <a:pt x="3178378" y="18110"/>
                  </a:lnTo>
                  <a:lnTo>
                    <a:pt x="3232708" y="18110"/>
                  </a:lnTo>
                  <a:lnTo>
                    <a:pt x="3232708" y="0"/>
                  </a:lnTo>
                  <a:close/>
                </a:path>
                <a:path w="4790440" h="1385570">
                  <a:moveTo>
                    <a:pt x="3240201" y="1367396"/>
                  </a:moveTo>
                  <a:lnTo>
                    <a:pt x="3185871" y="1367396"/>
                  </a:lnTo>
                  <a:lnTo>
                    <a:pt x="3185871" y="1385506"/>
                  </a:lnTo>
                  <a:lnTo>
                    <a:pt x="3240201" y="1385506"/>
                  </a:lnTo>
                  <a:lnTo>
                    <a:pt x="3240201" y="1367396"/>
                  </a:lnTo>
                  <a:close/>
                </a:path>
                <a:path w="4790440" h="1385570">
                  <a:moveTo>
                    <a:pt x="3323005" y="0"/>
                  </a:moveTo>
                  <a:lnTo>
                    <a:pt x="3268662" y="0"/>
                  </a:lnTo>
                  <a:lnTo>
                    <a:pt x="3268662" y="18110"/>
                  </a:lnTo>
                  <a:lnTo>
                    <a:pt x="3323005" y="18110"/>
                  </a:lnTo>
                  <a:lnTo>
                    <a:pt x="3323005" y="0"/>
                  </a:lnTo>
                  <a:close/>
                </a:path>
                <a:path w="4790440" h="1385570">
                  <a:moveTo>
                    <a:pt x="3330498" y="1367396"/>
                  </a:moveTo>
                  <a:lnTo>
                    <a:pt x="3276155" y="1367396"/>
                  </a:lnTo>
                  <a:lnTo>
                    <a:pt x="3276155" y="1385506"/>
                  </a:lnTo>
                  <a:lnTo>
                    <a:pt x="3330498" y="1385506"/>
                  </a:lnTo>
                  <a:lnTo>
                    <a:pt x="3330498" y="1367396"/>
                  </a:lnTo>
                  <a:close/>
                </a:path>
                <a:path w="4790440" h="1385570">
                  <a:moveTo>
                    <a:pt x="3413290" y="0"/>
                  </a:moveTo>
                  <a:lnTo>
                    <a:pt x="3358946" y="0"/>
                  </a:lnTo>
                  <a:lnTo>
                    <a:pt x="3358946" y="18110"/>
                  </a:lnTo>
                  <a:lnTo>
                    <a:pt x="3413290" y="18110"/>
                  </a:lnTo>
                  <a:lnTo>
                    <a:pt x="3413290" y="0"/>
                  </a:lnTo>
                  <a:close/>
                </a:path>
                <a:path w="4790440" h="1385570">
                  <a:moveTo>
                    <a:pt x="3420783" y="1367396"/>
                  </a:moveTo>
                  <a:lnTo>
                    <a:pt x="3366439" y="1367396"/>
                  </a:lnTo>
                  <a:lnTo>
                    <a:pt x="3366439" y="1385506"/>
                  </a:lnTo>
                  <a:lnTo>
                    <a:pt x="3420783" y="1385506"/>
                  </a:lnTo>
                  <a:lnTo>
                    <a:pt x="3420783" y="1367396"/>
                  </a:lnTo>
                  <a:close/>
                </a:path>
                <a:path w="4790440" h="1385570">
                  <a:moveTo>
                    <a:pt x="3503574" y="0"/>
                  </a:moveTo>
                  <a:lnTo>
                    <a:pt x="3449243" y="0"/>
                  </a:lnTo>
                  <a:lnTo>
                    <a:pt x="3449243" y="18110"/>
                  </a:lnTo>
                  <a:lnTo>
                    <a:pt x="3503574" y="18110"/>
                  </a:lnTo>
                  <a:lnTo>
                    <a:pt x="3503574" y="0"/>
                  </a:lnTo>
                  <a:close/>
                </a:path>
                <a:path w="4790440" h="1385570">
                  <a:moveTo>
                    <a:pt x="3511067" y="1367396"/>
                  </a:moveTo>
                  <a:lnTo>
                    <a:pt x="3456736" y="1367396"/>
                  </a:lnTo>
                  <a:lnTo>
                    <a:pt x="3456736" y="1385506"/>
                  </a:lnTo>
                  <a:lnTo>
                    <a:pt x="3511067" y="1385506"/>
                  </a:lnTo>
                  <a:lnTo>
                    <a:pt x="3511067" y="1367396"/>
                  </a:lnTo>
                  <a:close/>
                </a:path>
                <a:path w="4790440" h="1385570">
                  <a:moveTo>
                    <a:pt x="3593858" y="0"/>
                  </a:moveTo>
                  <a:lnTo>
                    <a:pt x="3539528" y="0"/>
                  </a:lnTo>
                  <a:lnTo>
                    <a:pt x="3539528" y="18110"/>
                  </a:lnTo>
                  <a:lnTo>
                    <a:pt x="3593858" y="18110"/>
                  </a:lnTo>
                  <a:lnTo>
                    <a:pt x="3593858" y="0"/>
                  </a:lnTo>
                  <a:close/>
                </a:path>
                <a:path w="4790440" h="1385570">
                  <a:moveTo>
                    <a:pt x="3601351" y="1367396"/>
                  </a:moveTo>
                  <a:lnTo>
                    <a:pt x="3547021" y="1367396"/>
                  </a:lnTo>
                  <a:lnTo>
                    <a:pt x="3547021" y="1385506"/>
                  </a:lnTo>
                  <a:lnTo>
                    <a:pt x="3601351" y="1385506"/>
                  </a:lnTo>
                  <a:lnTo>
                    <a:pt x="3601351" y="1367396"/>
                  </a:lnTo>
                  <a:close/>
                </a:path>
                <a:path w="4790440" h="1385570">
                  <a:moveTo>
                    <a:pt x="3684143" y="0"/>
                  </a:moveTo>
                  <a:lnTo>
                    <a:pt x="3629812" y="0"/>
                  </a:lnTo>
                  <a:lnTo>
                    <a:pt x="3629812" y="18110"/>
                  </a:lnTo>
                  <a:lnTo>
                    <a:pt x="3684143" y="18110"/>
                  </a:lnTo>
                  <a:lnTo>
                    <a:pt x="3684143" y="0"/>
                  </a:lnTo>
                  <a:close/>
                </a:path>
                <a:path w="4790440" h="1385570">
                  <a:moveTo>
                    <a:pt x="3691636" y="1367396"/>
                  </a:moveTo>
                  <a:lnTo>
                    <a:pt x="3637305" y="1367396"/>
                  </a:lnTo>
                  <a:lnTo>
                    <a:pt x="3637305" y="1385506"/>
                  </a:lnTo>
                  <a:lnTo>
                    <a:pt x="3691636" y="1385506"/>
                  </a:lnTo>
                  <a:lnTo>
                    <a:pt x="3691636" y="1367396"/>
                  </a:lnTo>
                  <a:close/>
                </a:path>
                <a:path w="4790440" h="1385570">
                  <a:moveTo>
                    <a:pt x="3774427" y="0"/>
                  </a:moveTo>
                  <a:lnTo>
                    <a:pt x="3720096" y="0"/>
                  </a:lnTo>
                  <a:lnTo>
                    <a:pt x="3720096" y="18110"/>
                  </a:lnTo>
                  <a:lnTo>
                    <a:pt x="3774427" y="18110"/>
                  </a:lnTo>
                  <a:lnTo>
                    <a:pt x="3774427" y="0"/>
                  </a:lnTo>
                  <a:close/>
                </a:path>
                <a:path w="4790440" h="1385570">
                  <a:moveTo>
                    <a:pt x="3781920" y="1367396"/>
                  </a:moveTo>
                  <a:lnTo>
                    <a:pt x="3727589" y="1367396"/>
                  </a:lnTo>
                  <a:lnTo>
                    <a:pt x="3727589" y="1385506"/>
                  </a:lnTo>
                  <a:lnTo>
                    <a:pt x="3781920" y="1385506"/>
                  </a:lnTo>
                  <a:lnTo>
                    <a:pt x="3781920" y="1367396"/>
                  </a:lnTo>
                  <a:close/>
                </a:path>
                <a:path w="4790440" h="1385570">
                  <a:moveTo>
                    <a:pt x="3864711" y="0"/>
                  </a:moveTo>
                  <a:lnTo>
                    <a:pt x="3810381" y="0"/>
                  </a:lnTo>
                  <a:lnTo>
                    <a:pt x="3810381" y="18110"/>
                  </a:lnTo>
                  <a:lnTo>
                    <a:pt x="3864711" y="18110"/>
                  </a:lnTo>
                  <a:lnTo>
                    <a:pt x="3864711" y="0"/>
                  </a:lnTo>
                  <a:close/>
                </a:path>
                <a:path w="4790440" h="1385570">
                  <a:moveTo>
                    <a:pt x="3872204" y="1367396"/>
                  </a:moveTo>
                  <a:lnTo>
                    <a:pt x="3817874" y="1367396"/>
                  </a:lnTo>
                  <a:lnTo>
                    <a:pt x="3817874" y="1385506"/>
                  </a:lnTo>
                  <a:lnTo>
                    <a:pt x="3872204" y="1385506"/>
                  </a:lnTo>
                  <a:lnTo>
                    <a:pt x="3872204" y="1367396"/>
                  </a:lnTo>
                  <a:close/>
                </a:path>
                <a:path w="4790440" h="1385570">
                  <a:moveTo>
                    <a:pt x="3954996" y="0"/>
                  </a:moveTo>
                  <a:lnTo>
                    <a:pt x="3900665" y="0"/>
                  </a:lnTo>
                  <a:lnTo>
                    <a:pt x="3900665" y="18110"/>
                  </a:lnTo>
                  <a:lnTo>
                    <a:pt x="3954996" y="18110"/>
                  </a:lnTo>
                  <a:lnTo>
                    <a:pt x="3954996" y="0"/>
                  </a:lnTo>
                  <a:close/>
                </a:path>
                <a:path w="4790440" h="1385570">
                  <a:moveTo>
                    <a:pt x="3962489" y="1367396"/>
                  </a:moveTo>
                  <a:lnTo>
                    <a:pt x="3908158" y="1367396"/>
                  </a:lnTo>
                  <a:lnTo>
                    <a:pt x="3908158" y="1385506"/>
                  </a:lnTo>
                  <a:lnTo>
                    <a:pt x="3962489" y="1385506"/>
                  </a:lnTo>
                  <a:lnTo>
                    <a:pt x="3962489" y="1367396"/>
                  </a:lnTo>
                  <a:close/>
                </a:path>
                <a:path w="4790440" h="1385570">
                  <a:moveTo>
                    <a:pt x="4045280" y="0"/>
                  </a:moveTo>
                  <a:lnTo>
                    <a:pt x="3990949" y="0"/>
                  </a:lnTo>
                  <a:lnTo>
                    <a:pt x="3990949" y="18110"/>
                  </a:lnTo>
                  <a:lnTo>
                    <a:pt x="4045280" y="18110"/>
                  </a:lnTo>
                  <a:lnTo>
                    <a:pt x="4045280" y="0"/>
                  </a:lnTo>
                  <a:close/>
                </a:path>
                <a:path w="4790440" h="1385570">
                  <a:moveTo>
                    <a:pt x="4052773" y="1367396"/>
                  </a:moveTo>
                  <a:lnTo>
                    <a:pt x="3998442" y="1367396"/>
                  </a:lnTo>
                  <a:lnTo>
                    <a:pt x="3998442" y="1385506"/>
                  </a:lnTo>
                  <a:lnTo>
                    <a:pt x="4052773" y="1385506"/>
                  </a:lnTo>
                  <a:lnTo>
                    <a:pt x="4052773" y="1367396"/>
                  </a:lnTo>
                  <a:close/>
                </a:path>
                <a:path w="4790440" h="1385570">
                  <a:moveTo>
                    <a:pt x="4135577" y="0"/>
                  </a:moveTo>
                  <a:lnTo>
                    <a:pt x="4081234" y="0"/>
                  </a:lnTo>
                  <a:lnTo>
                    <a:pt x="4081234" y="18110"/>
                  </a:lnTo>
                  <a:lnTo>
                    <a:pt x="4135577" y="18110"/>
                  </a:lnTo>
                  <a:lnTo>
                    <a:pt x="4135577" y="0"/>
                  </a:lnTo>
                  <a:close/>
                </a:path>
                <a:path w="4790440" h="1385570">
                  <a:moveTo>
                    <a:pt x="4143070" y="1367396"/>
                  </a:moveTo>
                  <a:lnTo>
                    <a:pt x="4088727" y="1367396"/>
                  </a:lnTo>
                  <a:lnTo>
                    <a:pt x="4088727" y="1385506"/>
                  </a:lnTo>
                  <a:lnTo>
                    <a:pt x="4143070" y="1385506"/>
                  </a:lnTo>
                  <a:lnTo>
                    <a:pt x="4143070" y="1367396"/>
                  </a:lnTo>
                  <a:close/>
                </a:path>
                <a:path w="4790440" h="1385570">
                  <a:moveTo>
                    <a:pt x="4225861" y="0"/>
                  </a:moveTo>
                  <a:lnTo>
                    <a:pt x="4171518" y="0"/>
                  </a:lnTo>
                  <a:lnTo>
                    <a:pt x="4171518" y="18110"/>
                  </a:lnTo>
                  <a:lnTo>
                    <a:pt x="4225861" y="18110"/>
                  </a:lnTo>
                  <a:lnTo>
                    <a:pt x="4225861" y="0"/>
                  </a:lnTo>
                  <a:close/>
                </a:path>
                <a:path w="4790440" h="1385570">
                  <a:moveTo>
                    <a:pt x="4233354" y="1367396"/>
                  </a:moveTo>
                  <a:lnTo>
                    <a:pt x="4179011" y="1367396"/>
                  </a:lnTo>
                  <a:lnTo>
                    <a:pt x="4179011" y="1385506"/>
                  </a:lnTo>
                  <a:lnTo>
                    <a:pt x="4233354" y="1385506"/>
                  </a:lnTo>
                  <a:lnTo>
                    <a:pt x="4233354" y="1367396"/>
                  </a:lnTo>
                  <a:close/>
                </a:path>
                <a:path w="4790440" h="1385570">
                  <a:moveTo>
                    <a:pt x="4316146" y="0"/>
                  </a:moveTo>
                  <a:lnTo>
                    <a:pt x="4261815" y="0"/>
                  </a:lnTo>
                  <a:lnTo>
                    <a:pt x="4261815" y="18110"/>
                  </a:lnTo>
                  <a:lnTo>
                    <a:pt x="4316146" y="18110"/>
                  </a:lnTo>
                  <a:lnTo>
                    <a:pt x="4316146" y="0"/>
                  </a:lnTo>
                  <a:close/>
                </a:path>
                <a:path w="4790440" h="1385570">
                  <a:moveTo>
                    <a:pt x="4323639" y="1367396"/>
                  </a:moveTo>
                  <a:lnTo>
                    <a:pt x="4269295" y="1367396"/>
                  </a:lnTo>
                  <a:lnTo>
                    <a:pt x="4269295" y="1385506"/>
                  </a:lnTo>
                  <a:lnTo>
                    <a:pt x="4323639" y="1385506"/>
                  </a:lnTo>
                  <a:lnTo>
                    <a:pt x="4323639" y="1367396"/>
                  </a:lnTo>
                  <a:close/>
                </a:path>
                <a:path w="4790440" h="1385570">
                  <a:moveTo>
                    <a:pt x="4406430" y="0"/>
                  </a:moveTo>
                  <a:lnTo>
                    <a:pt x="4352099" y="0"/>
                  </a:lnTo>
                  <a:lnTo>
                    <a:pt x="4352099" y="18110"/>
                  </a:lnTo>
                  <a:lnTo>
                    <a:pt x="4406430" y="18110"/>
                  </a:lnTo>
                  <a:lnTo>
                    <a:pt x="4406430" y="0"/>
                  </a:lnTo>
                  <a:close/>
                </a:path>
                <a:path w="4790440" h="1385570">
                  <a:moveTo>
                    <a:pt x="4413923" y="1367396"/>
                  </a:moveTo>
                  <a:lnTo>
                    <a:pt x="4359592" y="1367396"/>
                  </a:lnTo>
                  <a:lnTo>
                    <a:pt x="4359592" y="1385506"/>
                  </a:lnTo>
                  <a:lnTo>
                    <a:pt x="4413923" y="1385506"/>
                  </a:lnTo>
                  <a:lnTo>
                    <a:pt x="4413923" y="1367396"/>
                  </a:lnTo>
                  <a:close/>
                </a:path>
                <a:path w="4790440" h="1385570">
                  <a:moveTo>
                    <a:pt x="4496714" y="0"/>
                  </a:moveTo>
                  <a:lnTo>
                    <a:pt x="4442384" y="0"/>
                  </a:lnTo>
                  <a:lnTo>
                    <a:pt x="4442384" y="18110"/>
                  </a:lnTo>
                  <a:lnTo>
                    <a:pt x="4496714" y="18110"/>
                  </a:lnTo>
                  <a:lnTo>
                    <a:pt x="4496714" y="0"/>
                  </a:lnTo>
                  <a:close/>
                </a:path>
                <a:path w="4790440" h="1385570">
                  <a:moveTo>
                    <a:pt x="4504207" y="1367396"/>
                  </a:moveTo>
                  <a:lnTo>
                    <a:pt x="4449877" y="1367396"/>
                  </a:lnTo>
                  <a:lnTo>
                    <a:pt x="4449877" y="1385506"/>
                  </a:lnTo>
                  <a:lnTo>
                    <a:pt x="4504207" y="1385506"/>
                  </a:lnTo>
                  <a:lnTo>
                    <a:pt x="4504207" y="1367396"/>
                  </a:lnTo>
                  <a:close/>
                </a:path>
                <a:path w="4790440" h="1385570">
                  <a:moveTo>
                    <a:pt x="4586998" y="0"/>
                  </a:moveTo>
                  <a:lnTo>
                    <a:pt x="4532668" y="0"/>
                  </a:lnTo>
                  <a:lnTo>
                    <a:pt x="4532668" y="18110"/>
                  </a:lnTo>
                  <a:lnTo>
                    <a:pt x="4586998" y="18110"/>
                  </a:lnTo>
                  <a:lnTo>
                    <a:pt x="4586998" y="0"/>
                  </a:lnTo>
                  <a:close/>
                </a:path>
                <a:path w="4790440" h="1385570">
                  <a:moveTo>
                    <a:pt x="4594491" y="1367396"/>
                  </a:moveTo>
                  <a:lnTo>
                    <a:pt x="4540161" y="1367396"/>
                  </a:lnTo>
                  <a:lnTo>
                    <a:pt x="4540161" y="1385506"/>
                  </a:lnTo>
                  <a:lnTo>
                    <a:pt x="4594491" y="1385506"/>
                  </a:lnTo>
                  <a:lnTo>
                    <a:pt x="4594491" y="1367396"/>
                  </a:lnTo>
                  <a:close/>
                </a:path>
                <a:path w="4790440" h="1385570">
                  <a:moveTo>
                    <a:pt x="4677283" y="0"/>
                  </a:moveTo>
                  <a:lnTo>
                    <a:pt x="4622952" y="0"/>
                  </a:lnTo>
                  <a:lnTo>
                    <a:pt x="4622952" y="18110"/>
                  </a:lnTo>
                  <a:lnTo>
                    <a:pt x="4677283" y="18110"/>
                  </a:lnTo>
                  <a:lnTo>
                    <a:pt x="4677283" y="0"/>
                  </a:lnTo>
                  <a:close/>
                </a:path>
                <a:path w="4790440" h="1385570">
                  <a:moveTo>
                    <a:pt x="4684877" y="1385354"/>
                  </a:moveTo>
                  <a:lnTo>
                    <a:pt x="4684357" y="1367396"/>
                  </a:lnTo>
                  <a:lnTo>
                    <a:pt x="4630445" y="1367396"/>
                  </a:lnTo>
                  <a:lnTo>
                    <a:pt x="4630445" y="1385506"/>
                  </a:lnTo>
                  <a:lnTo>
                    <a:pt x="4681740" y="1385506"/>
                  </a:lnTo>
                  <a:lnTo>
                    <a:pt x="4684877" y="1385354"/>
                  </a:lnTo>
                  <a:close/>
                </a:path>
                <a:path w="4790440" h="1385570">
                  <a:moveTo>
                    <a:pt x="4764633" y="38493"/>
                  </a:moveTo>
                  <a:lnTo>
                    <a:pt x="4733023" y="12839"/>
                  </a:lnTo>
                  <a:lnTo>
                    <a:pt x="4715421" y="5435"/>
                  </a:lnTo>
                  <a:lnTo>
                    <a:pt x="4709807" y="22631"/>
                  </a:lnTo>
                  <a:lnTo>
                    <a:pt x="4716399" y="25006"/>
                  </a:lnTo>
                  <a:lnTo>
                    <a:pt x="4724476" y="28816"/>
                  </a:lnTo>
                  <a:lnTo>
                    <a:pt x="4732071" y="33350"/>
                  </a:lnTo>
                  <a:lnTo>
                    <a:pt x="4739170" y="38633"/>
                  </a:lnTo>
                  <a:lnTo>
                    <a:pt x="4745774" y="44627"/>
                  </a:lnTo>
                  <a:lnTo>
                    <a:pt x="4750828" y="50190"/>
                  </a:lnTo>
                  <a:lnTo>
                    <a:pt x="4764633" y="38493"/>
                  </a:lnTo>
                  <a:close/>
                </a:path>
                <a:path w="4790440" h="1385570">
                  <a:moveTo>
                    <a:pt x="4769726" y="1340434"/>
                  </a:moveTo>
                  <a:lnTo>
                    <a:pt x="4755058" y="1329842"/>
                  </a:lnTo>
                  <a:lnTo>
                    <a:pt x="4751781" y="1334262"/>
                  </a:lnTo>
                  <a:lnTo>
                    <a:pt x="4745774" y="1340866"/>
                  </a:lnTo>
                  <a:lnTo>
                    <a:pt x="4739170" y="1346873"/>
                  </a:lnTo>
                  <a:lnTo>
                    <a:pt x="4732071" y="1352143"/>
                  </a:lnTo>
                  <a:lnTo>
                    <a:pt x="4724476" y="1356690"/>
                  </a:lnTo>
                  <a:lnTo>
                    <a:pt x="4716450" y="1360474"/>
                  </a:lnTo>
                  <a:lnTo>
                    <a:pt x="4723384" y="1377213"/>
                  </a:lnTo>
                  <a:lnTo>
                    <a:pt x="4758588" y="1353680"/>
                  </a:lnTo>
                  <a:lnTo>
                    <a:pt x="4765789" y="1345742"/>
                  </a:lnTo>
                  <a:lnTo>
                    <a:pt x="4769726" y="1340434"/>
                  </a:lnTo>
                  <a:close/>
                </a:path>
                <a:path w="4790440" h="1385570">
                  <a:moveTo>
                    <a:pt x="4790414" y="1248689"/>
                  </a:moveTo>
                  <a:lnTo>
                    <a:pt x="4772304" y="1248689"/>
                  </a:lnTo>
                  <a:lnTo>
                    <a:pt x="4772304" y="1276832"/>
                  </a:lnTo>
                  <a:lnTo>
                    <a:pt x="4771872" y="1285760"/>
                  </a:lnTo>
                  <a:lnTo>
                    <a:pt x="4770577" y="1294511"/>
                  </a:lnTo>
                  <a:lnTo>
                    <a:pt x="4769180" y="1300099"/>
                  </a:lnTo>
                  <a:lnTo>
                    <a:pt x="4786655" y="1304747"/>
                  </a:lnTo>
                  <a:lnTo>
                    <a:pt x="4788344" y="1298041"/>
                  </a:lnTo>
                  <a:lnTo>
                    <a:pt x="4789894" y="1287538"/>
                  </a:lnTo>
                  <a:lnTo>
                    <a:pt x="4789983" y="1285760"/>
                  </a:lnTo>
                  <a:lnTo>
                    <a:pt x="4790414" y="1276832"/>
                  </a:lnTo>
                  <a:lnTo>
                    <a:pt x="4790414" y="1248689"/>
                  </a:lnTo>
                  <a:close/>
                </a:path>
                <a:path w="4790440" h="1385570">
                  <a:moveTo>
                    <a:pt x="4790414" y="1158405"/>
                  </a:moveTo>
                  <a:lnTo>
                    <a:pt x="4772304" y="1158405"/>
                  </a:lnTo>
                  <a:lnTo>
                    <a:pt x="4772304" y="1212748"/>
                  </a:lnTo>
                  <a:lnTo>
                    <a:pt x="4790414" y="1212748"/>
                  </a:lnTo>
                  <a:lnTo>
                    <a:pt x="4790414" y="1158405"/>
                  </a:lnTo>
                  <a:close/>
                </a:path>
                <a:path w="4790440" h="1385570">
                  <a:moveTo>
                    <a:pt x="4790414" y="1068120"/>
                  </a:moveTo>
                  <a:lnTo>
                    <a:pt x="4772304" y="1068120"/>
                  </a:lnTo>
                  <a:lnTo>
                    <a:pt x="4772304" y="1122451"/>
                  </a:lnTo>
                  <a:lnTo>
                    <a:pt x="4790414" y="1122451"/>
                  </a:lnTo>
                  <a:lnTo>
                    <a:pt x="4790414" y="1068120"/>
                  </a:lnTo>
                  <a:close/>
                </a:path>
                <a:path w="4790440" h="1385570">
                  <a:moveTo>
                    <a:pt x="4790414" y="977836"/>
                  </a:moveTo>
                  <a:lnTo>
                    <a:pt x="4772304" y="977836"/>
                  </a:lnTo>
                  <a:lnTo>
                    <a:pt x="4772304" y="1032167"/>
                  </a:lnTo>
                  <a:lnTo>
                    <a:pt x="4790414" y="1032167"/>
                  </a:lnTo>
                  <a:lnTo>
                    <a:pt x="4790414" y="977836"/>
                  </a:lnTo>
                  <a:close/>
                </a:path>
                <a:path w="4790440" h="1385570">
                  <a:moveTo>
                    <a:pt x="4790414" y="887552"/>
                  </a:moveTo>
                  <a:lnTo>
                    <a:pt x="4772304" y="887552"/>
                  </a:lnTo>
                  <a:lnTo>
                    <a:pt x="4772304" y="941882"/>
                  </a:lnTo>
                  <a:lnTo>
                    <a:pt x="4790414" y="941882"/>
                  </a:lnTo>
                  <a:lnTo>
                    <a:pt x="4790414" y="887552"/>
                  </a:lnTo>
                  <a:close/>
                </a:path>
                <a:path w="4790440" h="1385570">
                  <a:moveTo>
                    <a:pt x="4790414" y="797267"/>
                  </a:moveTo>
                  <a:lnTo>
                    <a:pt x="4772304" y="797267"/>
                  </a:lnTo>
                  <a:lnTo>
                    <a:pt x="4772304" y="851598"/>
                  </a:lnTo>
                  <a:lnTo>
                    <a:pt x="4790414" y="851598"/>
                  </a:lnTo>
                  <a:lnTo>
                    <a:pt x="4790414" y="797267"/>
                  </a:lnTo>
                  <a:close/>
                </a:path>
                <a:path w="4790440" h="1385570">
                  <a:moveTo>
                    <a:pt x="4790414" y="706983"/>
                  </a:moveTo>
                  <a:lnTo>
                    <a:pt x="4772304" y="706983"/>
                  </a:lnTo>
                  <a:lnTo>
                    <a:pt x="4772304" y="761314"/>
                  </a:lnTo>
                  <a:lnTo>
                    <a:pt x="4790414" y="761314"/>
                  </a:lnTo>
                  <a:lnTo>
                    <a:pt x="4790414" y="706983"/>
                  </a:lnTo>
                  <a:close/>
                </a:path>
                <a:path w="4790440" h="1385570">
                  <a:moveTo>
                    <a:pt x="4790414" y="616699"/>
                  </a:moveTo>
                  <a:lnTo>
                    <a:pt x="4772304" y="616699"/>
                  </a:lnTo>
                  <a:lnTo>
                    <a:pt x="4772304" y="671029"/>
                  </a:lnTo>
                  <a:lnTo>
                    <a:pt x="4790414" y="671029"/>
                  </a:lnTo>
                  <a:lnTo>
                    <a:pt x="4790414" y="616699"/>
                  </a:lnTo>
                  <a:close/>
                </a:path>
                <a:path w="4790440" h="1385570">
                  <a:moveTo>
                    <a:pt x="4790414" y="526415"/>
                  </a:moveTo>
                  <a:lnTo>
                    <a:pt x="4772304" y="526415"/>
                  </a:lnTo>
                  <a:lnTo>
                    <a:pt x="4772304" y="580745"/>
                  </a:lnTo>
                  <a:lnTo>
                    <a:pt x="4790414" y="580745"/>
                  </a:lnTo>
                  <a:lnTo>
                    <a:pt x="4790414" y="526415"/>
                  </a:lnTo>
                  <a:close/>
                </a:path>
                <a:path w="4790440" h="1385570">
                  <a:moveTo>
                    <a:pt x="4790414" y="436118"/>
                  </a:moveTo>
                  <a:lnTo>
                    <a:pt x="4772304" y="436118"/>
                  </a:lnTo>
                  <a:lnTo>
                    <a:pt x="4772304" y="490461"/>
                  </a:lnTo>
                  <a:lnTo>
                    <a:pt x="4790414" y="490461"/>
                  </a:lnTo>
                  <a:lnTo>
                    <a:pt x="4790414" y="436118"/>
                  </a:lnTo>
                  <a:close/>
                </a:path>
                <a:path w="4790440" h="1385570">
                  <a:moveTo>
                    <a:pt x="4790414" y="345833"/>
                  </a:moveTo>
                  <a:lnTo>
                    <a:pt x="4772304" y="345833"/>
                  </a:lnTo>
                  <a:lnTo>
                    <a:pt x="4772304" y="400177"/>
                  </a:lnTo>
                  <a:lnTo>
                    <a:pt x="4790414" y="400177"/>
                  </a:lnTo>
                  <a:lnTo>
                    <a:pt x="4790414" y="345833"/>
                  </a:lnTo>
                  <a:close/>
                </a:path>
                <a:path w="4790440" h="1385570">
                  <a:moveTo>
                    <a:pt x="4790414" y="255549"/>
                  </a:moveTo>
                  <a:lnTo>
                    <a:pt x="4772304" y="255549"/>
                  </a:lnTo>
                  <a:lnTo>
                    <a:pt x="4772304" y="309892"/>
                  </a:lnTo>
                  <a:lnTo>
                    <a:pt x="4790414" y="309892"/>
                  </a:lnTo>
                  <a:lnTo>
                    <a:pt x="4790414" y="255549"/>
                  </a:lnTo>
                  <a:close/>
                </a:path>
                <a:path w="4790440" h="1385570">
                  <a:moveTo>
                    <a:pt x="4790414" y="165265"/>
                  </a:moveTo>
                  <a:lnTo>
                    <a:pt x="4772304" y="165265"/>
                  </a:lnTo>
                  <a:lnTo>
                    <a:pt x="4772304" y="219595"/>
                  </a:lnTo>
                  <a:lnTo>
                    <a:pt x="4790414" y="219595"/>
                  </a:lnTo>
                  <a:lnTo>
                    <a:pt x="4790414" y="165265"/>
                  </a:lnTo>
                  <a:close/>
                </a:path>
                <a:path w="4790440" h="1385570">
                  <a:moveTo>
                    <a:pt x="4790414" y="108661"/>
                  </a:moveTo>
                  <a:lnTo>
                    <a:pt x="4789894" y="97955"/>
                  </a:lnTo>
                  <a:lnTo>
                    <a:pt x="4788344" y="87464"/>
                  </a:lnTo>
                  <a:lnTo>
                    <a:pt x="4785753" y="77165"/>
                  </a:lnTo>
                  <a:lnTo>
                    <a:pt x="4784141" y="72631"/>
                  </a:lnTo>
                  <a:lnTo>
                    <a:pt x="4767072" y="78638"/>
                  </a:lnTo>
                  <a:lnTo>
                    <a:pt x="4768418" y="82423"/>
                  </a:lnTo>
                  <a:lnTo>
                    <a:pt x="4770577" y="90995"/>
                  </a:lnTo>
                  <a:lnTo>
                    <a:pt x="4771872" y="99745"/>
                  </a:lnTo>
                  <a:lnTo>
                    <a:pt x="4772304" y="108661"/>
                  </a:lnTo>
                  <a:lnTo>
                    <a:pt x="4772304" y="129311"/>
                  </a:lnTo>
                  <a:lnTo>
                    <a:pt x="4790414" y="129311"/>
                  </a:lnTo>
                  <a:lnTo>
                    <a:pt x="4790414" y="108661"/>
                  </a:lnTo>
                  <a:close/>
                </a:path>
              </a:pathLst>
            </a:custGeom>
            <a:solidFill>
              <a:srgbClr val="86CD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5004" y="3225413"/>
              <a:ext cx="452780" cy="45278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5004" y="3988567"/>
              <a:ext cx="101599" cy="146049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6391307" y="1710194"/>
            <a:ext cx="4398645" cy="59372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500" spc="-290" b="1">
                <a:solidFill>
                  <a:srgbClr val="333333"/>
                </a:solidFill>
                <a:latin typeface="Malgun Gothic"/>
                <a:cs typeface="Malgun Gothic"/>
              </a:rPr>
              <a:t>필요</a:t>
            </a:r>
            <a:r>
              <a:rPr dirty="0" sz="1500" spc="-190" b="1">
                <a:solidFill>
                  <a:srgbClr val="333333"/>
                </a:solidFill>
                <a:latin typeface="Malgun Gothic"/>
                <a:cs typeface="Malgun Gothic"/>
              </a:rPr>
              <a:t> </a:t>
            </a:r>
            <a:r>
              <a:rPr dirty="0" sz="1500" spc="-25" b="1">
                <a:solidFill>
                  <a:srgbClr val="333333"/>
                </a:solidFill>
                <a:latin typeface="Malgun Gothic"/>
                <a:cs typeface="Malgun Gothic"/>
              </a:rPr>
              <a:t>파일</a:t>
            </a:r>
            <a:r>
              <a:rPr dirty="0" sz="1500" spc="-25" b="1">
                <a:solidFill>
                  <a:srgbClr val="333333"/>
                </a:solidFill>
                <a:latin typeface="IBM Plex Sans SemiBold"/>
                <a:cs typeface="IBM Plex Sans SemiBold"/>
              </a:rPr>
              <a:t>:</a:t>
            </a:r>
            <a:endParaRPr sz="1500">
              <a:latin typeface="IBM Plex Sans SemiBold"/>
              <a:cs typeface="IBM Plex Sans SemiBold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취합</a:t>
            </a:r>
            <a:r>
              <a:rPr dirty="0" sz="130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기준이</a:t>
            </a:r>
            <a:r>
              <a:rPr dirty="0" sz="130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5">
                <a:solidFill>
                  <a:srgbClr val="4A5462"/>
                </a:solidFill>
                <a:latin typeface="Dotum"/>
                <a:cs typeface="Dotum"/>
              </a:rPr>
              <a:t>될</a:t>
            </a:r>
            <a:r>
              <a:rPr dirty="0" sz="130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250" spc="-40">
                <a:solidFill>
                  <a:srgbClr val="4A5462"/>
                </a:solidFill>
                <a:latin typeface="Microsoft Sans Serif"/>
                <a:cs typeface="Microsoft Sans Serif"/>
              </a:rPr>
              <a:t>Base</a:t>
            </a:r>
            <a:r>
              <a:rPr dirty="0" sz="1350" spc="-40">
                <a:solidFill>
                  <a:srgbClr val="4A5462"/>
                </a:solidFill>
                <a:latin typeface="Trebuchet MS"/>
                <a:cs typeface="Trebuchet MS"/>
              </a:rPr>
              <a:t>(</a:t>
            </a:r>
            <a:r>
              <a:rPr dirty="0" sz="1250" spc="-40">
                <a:solidFill>
                  <a:srgbClr val="4A5462"/>
                </a:solidFill>
                <a:latin typeface="Microsoft Sans Serif"/>
                <a:cs typeface="Microsoft Sans Serif"/>
              </a:rPr>
              <a:t>Template</a:t>
            </a:r>
            <a:r>
              <a:rPr dirty="0" sz="1350" spc="-40">
                <a:solidFill>
                  <a:srgbClr val="4A5462"/>
                </a:solidFill>
                <a:latin typeface="Trebuchet MS"/>
                <a:cs typeface="Trebuchet MS"/>
              </a:rPr>
              <a:t>)</a:t>
            </a:r>
            <a:r>
              <a:rPr dirty="0" sz="1350" spc="-55">
                <a:solidFill>
                  <a:srgbClr val="4A5462"/>
                </a:solidFill>
                <a:latin typeface="Trebuchet MS"/>
                <a:cs typeface="Trebuchet MS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파일</a:t>
            </a:r>
            <a:r>
              <a:rPr dirty="0" sz="130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5">
                <a:solidFill>
                  <a:srgbClr val="4A5462"/>
                </a:solidFill>
                <a:latin typeface="Dotum"/>
                <a:cs typeface="Dotum"/>
              </a:rPr>
              <a:t>및</a:t>
            </a:r>
            <a:r>
              <a:rPr dirty="0" sz="130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취합할</a:t>
            </a:r>
            <a:r>
              <a:rPr dirty="0" sz="130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담당</a:t>
            </a:r>
            <a:r>
              <a:rPr dirty="0" sz="130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부서</a:t>
            </a:r>
            <a:r>
              <a:rPr dirty="0" sz="1300" spc="-8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185">
                <a:solidFill>
                  <a:srgbClr val="4A5462"/>
                </a:solidFill>
                <a:latin typeface="Dotum"/>
                <a:cs typeface="Dotum"/>
              </a:rPr>
              <a:t>파일들준비</a:t>
            </a:r>
            <a:endParaRPr sz="1300">
              <a:latin typeface="Dotum"/>
              <a:cs typeface="Dotum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88368" y="3286170"/>
            <a:ext cx="4030979" cy="819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4180" algn="l"/>
              </a:tabLst>
            </a:pPr>
            <a:r>
              <a:rPr dirty="0" sz="1600" spc="-50" b="1">
                <a:solidFill>
                  <a:srgbClr val="FFFFFF"/>
                </a:solidFill>
                <a:latin typeface="Suisse Int'l Bold Italic"/>
                <a:cs typeface="Suisse Int'l Bold Italic"/>
              </a:rPr>
              <a:t>1</a:t>
            </a:r>
            <a:r>
              <a:rPr dirty="0" sz="1600" b="1">
                <a:solidFill>
                  <a:srgbClr val="FFFFFF"/>
                </a:solidFill>
                <a:latin typeface="Suisse Int'l Bold Italic"/>
                <a:cs typeface="Suisse Int'l Bold Italic"/>
              </a:rPr>
              <a:t>	</a:t>
            </a:r>
            <a:r>
              <a:rPr dirty="0" baseline="1736" sz="2400" spc="-127" b="1">
                <a:solidFill>
                  <a:srgbClr val="4A8FE2"/>
                </a:solidFill>
                <a:latin typeface="Arial"/>
                <a:cs typeface="Arial"/>
              </a:rPr>
              <a:t>Base</a:t>
            </a:r>
            <a:r>
              <a:rPr dirty="0" baseline="1633" sz="2550" spc="-127" b="1">
                <a:solidFill>
                  <a:srgbClr val="4A8FE2"/>
                </a:solidFill>
                <a:latin typeface="Trebuchet MS"/>
                <a:cs typeface="Trebuchet MS"/>
              </a:rPr>
              <a:t>(</a:t>
            </a:r>
            <a:r>
              <a:rPr dirty="0" baseline="1736" sz="2400" spc="-127" b="1">
                <a:solidFill>
                  <a:srgbClr val="4A8FE2"/>
                </a:solidFill>
                <a:latin typeface="Arial"/>
                <a:cs typeface="Arial"/>
              </a:rPr>
              <a:t>Template</a:t>
            </a:r>
            <a:r>
              <a:rPr dirty="0" baseline="1633" sz="2550" spc="-127" b="1">
                <a:solidFill>
                  <a:srgbClr val="4A8FE2"/>
                </a:solidFill>
                <a:latin typeface="Trebuchet MS"/>
                <a:cs typeface="Trebuchet MS"/>
              </a:rPr>
              <a:t>)</a:t>
            </a:r>
            <a:r>
              <a:rPr dirty="0" baseline="1633" sz="2550" spc="-150" b="1">
                <a:solidFill>
                  <a:srgbClr val="4A8FE2"/>
                </a:solidFill>
                <a:latin typeface="Trebuchet MS"/>
                <a:cs typeface="Trebuchet MS"/>
              </a:rPr>
              <a:t> </a:t>
            </a:r>
            <a:r>
              <a:rPr dirty="0" baseline="1683" sz="2475" spc="-450" b="1">
                <a:solidFill>
                  <a:srgbClr val="4A8FE2"/>
                </a:solidFill>
                <a:latin typeface="Malgun Gothic"/>
                <a:cs typeface="Malgun Gothic"/>
              </a:rPr>
              <a:t>파일</a:t>
            </a:r>
            <a:r>
              <a:rPr dirty="0" baseline="1683" sz="2475" spc="-240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baseline="1683" sz="2475" spc="-494" b="1">
                <a:solidFill>
                  <a:srgbClr val="4A8FE2"/>
                </a:solidFill>
                <a:latin typeface="Malgun Gothic"/>
                <a:cs typeface="Malgun Gothic"/>
              </a:rPr>
              <a:t>업로드</a:t>
            </a:r>
            <a:endParaRPr baseline="1683" sz="2475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450">
              <a:latin typeface="Malgun Gothic"/>
              <a:cs typeface="Malgun Gothic"/>
            </a:endParaRPr>
          </a:p>
          <a:p>
            <a:pPr marL="36830">
              <a:lnSpc>
                <a:spcPct val="100000"/>
              </a:lnSpc>
              <a:spcBef>
                <a:spcPts val="5"/>
              </a:spcBef>
            </a:pPr>
            <a:r>
              <a:rPr dirty="0" sz="1300" spc="-229">
                <a:solidFill>
                  <a:srgbClr val="374050"/>
                </a:solidFill>
                <a:latin typeface="Dotum"/>
                <a:cs typeface="Dotum"/>
              </a:rPr>
              <a:t>화면</a:t>
            </a:r>
            <a:r>
              <a:rPr dirty="0" sz="1300" spc="-9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374050"/>
                </a:solidFill>
                <a:latin typeface="Dotum"/>
                <a:cs typeface="Dotum"/>
              </a:rPr>
              <a:t>좌측</a:t>
            </a:r>
            <a:r>
              <a:rPr dirty="0" sz="1300" spc="-9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374050"/>
                </a:solidFill>
                <a:latin typeface="Dotum"/>
                <a:cs typeface="Dotum"/>
              </a:rPr>
              <a:t>상단</a:t>
            </a:r>
            <a:r>
              <a:rPr dirty="0" sz="1300" spc="-9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00" spc="-95">
                <a:solidFill>
                  <a:srgbClr val="374050"/>
                </a:solidFill>
                <a:latin typeface="Microsoft Sans Serif"/>
                <a:cs typeface="Microsoft Sans Serif"/>
              </a:rPr>
              <a:t>"1</a:t>
            </a:r>
            <a:r>
              <a:rPr dirty="0" sz="1300" spc="5">
                <a:solidFill>
                  <a:srgbClr val="374050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25">
                <a:solidFill>
                  <a:srgbClr val="374050"/>
                </a:solidFill>
                <a:latin typeface="Microsoft Sans Serif"/>
                <a:cs typeface="Microsoft Sans Serif"/>
              </a:rPr>
              <a:t>Base</a:t>
            </a:r>
            <a:r>
              <a:rPr dirty="0" sz="1300" spc="-25">
                <a:solidFill>
                  <a:srgbClr val="374050"/>
                </a:solidFill>
                <a:latin typeface="Microsoft Sans Serif"/>
                <a:cs typeface="Microsoft Sans Serif"/>
              </a:rPr>
              <a:t>(</a:t>
            </a:r>
            <a:r>
              <a:rPr dirty="0" sz="1250" spc="-25">
                <a:solidFill>
                  <a:srgbClr val="374050"/>
                </a:solidFill>
                <a:latin typeface="Microsoft Sans Serif"/>
                <a:cs typeface="Microsoft Sans Serif"/>
              </a:rPr>
              <a:t>Template</a:t>
            </a:r>
            <a:r>
              <a:rPr dirty="0" sz="1300" spc="-25">
                <a:solidFill>
                  <a:srgbClr val="374050"/>
                </a:solidFill>
                <a:latin typeface="Microsoft Sans Serif"/>
                <a:cs typeface="Microsoft Sans Serif"/>
              </a:rPr>
              <a:t>)</a:t>
            </a:r>
            <a:r>
              <a:rPr dirty="0" sz="1300">
                <a:solidFill>
                  <a:srgbClr val="374050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29">
                <a:solidFill>
                  <a:srgbClr val="374050"/>
                </a:solidFill>
                <a:latin typeface="Dotum"/>
                <a:cs typeface="Dotum"/>
              </a:rPr>
              <a:t>파일</a:t>
            </a:r>
            <a:r>
              <a:rPr dirty="0" sz="1300" spc="-9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00" spc="-155">
                <a:solidFill>
                  <a:srgbClr val="374050"/>
                </a:solidFill>
                <a:latin typeface="Dotum"/>
                <a:cs typeface="Dotum"/>
              </a:rPr>
              <a:t>업로드</a:t>
            </a:r>
            <a:r>
              <a:rPr dirty="0" sz="1300" spc="-155">
                <a:solidFill>
                  <a:srgbClr val="374050"/>
                </a:solidFill>
                <a:latin typeface="Microsoft Sans Serif"/>
                <a:cs typeface="Microsoft Sans Serif"/>
              </a:rPr>
              <a:t>"</a:t>
            </a:r>
            <a:r>
              <a:rPr dirty="0" sz="1300" spc="5">
                <a:solidFill>
                  <a:srgbClr val="374050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29">
                <a:solidFill>
                  <a:srgbClr val="374050"/>
                </a:solidFill>
                <a:latin typeface="Dotum"/>
                <a:cs typeface="Dotum"/>
              </a:rPr>
              <a:t>영역으로</a:t>
            </a:r>
            <a:r>
              <a:rPr dirty="0" sz="1300" spc="-9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00" spc="-110">
                <a:solidFill>
                  <a:srgbClr val="374050"/>
                </a:solidFill>
                <a:latin typeface="Dotum"/>
                <a:cs typeface="Dotum"/>
              </a:rPr>
              <a:t>이동</a:t>
            </a:r>
            <a:endParaRPr sz="1300">
              <a:latin typeface="Dotum"/>
              <a:cs typeface="Dotum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92204" y="4606004"/>
            <a:ext cx="241299" cy="241299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2040940" y="4867104"/>
            <a:ext cx="2340610" cy="610235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64135">
              <a:lnSpc>
                <a:spcPct val="100000"/>
              </a:lnSpc>
              <a:spcBef>
                <a:spcPts val="930"/>
              </a:spcBef>
            </a:pPr>
            <a:r>
              <a:rPr dirty="0" sz="1400" spc="55">
                <a:solidFill>
                  <a:srgbClr val="4A8FE2"/>
                </a:solidFill>
                <a:latin typeface="Segoe UI Symbol"/>
                <a:cs typeface="Segoe UI Symbol"/>
              </a:rPr>
              <a:t>📊</a:t>
            </a:r>
            <a:r>
              <a:rPr dirty="0" sz="1400" spc="-100">
                <a:solidFill>
                  <a:srgbClr val="4A8FE2"/>
                </a:solidFill>
                <a:latin typeface="Segoe UI Symbol"/>
                <a:cs typeface="Segoe UI Symbol"/>
              </a:rPr>
              <a:t> </a:t>
            </a:r>
            <a:r>
              <a:rPr dirty="0" sz="1250" spc="-30" b="0">
                <a:solidFill>
                  <a:srgbClr val="4A8FE2"/>
                </a:solidFill>
                <a:latin typeface="Suisse Int'l Medium"/>
                <a:cs typeface="Suisse Int'l Medium"/>
              </a:rPr>
              <a:t>Base</a:t>
            </a:r>
            <a:r>
              <a:rPr dirty="0" sz="1250" spc="10" b="0">
                <a:solidFill>
                  <a:srgbClr val="4A8FE2"/>
                </a:solidFill>
                <a:latin typeface="Suisse Int'l Medium"/>
                <a:cs typeface="Suisse Int'l Medium"/>
              </a:rPr>
              <a:t> </a:t>
            </a:r>
            <a:r>
              <a:rPr dirty="0" sz="1300" spc="-229">
                <a:solidFill>
                  <a:srgbClr val="4A8FE2"/>
                </a:solidFill>
                <a:latin typeface="Dotum"/>
                <a:cs typeface="Dotum"/>
              </a:rPr>
              <a:t>파일을</a:t>
            </a:r>
            <a:r>
              <a:rPr dirty="0" sz="1300" spc="-125">
                <a:solidFill>
                  <a:srgbClr val="4A8FE2"/>
                </a:solidFill>
                <a:latin typeface="Dotum"/>
                <a:cs typeface="Dotum"/>
              </a:rPr>
              <a:t> </a:t>
            </a:r>
            <a:r>
              <a:rPr dirty="0" sz="1300" spc="-225">
                <a:solidFill>
                  <a:srgbClr val="4A8FE2"/>
                </a:solidFill>
                <a:latin typeface="Dotum"/>
                <a:cs typeface="Dotum"/>
              </a:rPr>
              <a:t>선택하거나</a:t>
            </a:r>
            <a:r>
              <a:rPr dirty="0" sz="1300" spc="-125">
                <a:solidFill>
                  <a:srgbClr val="4A8FE2"/>
                </a:solidFill>
                <a:latin typeface="Dotum"/>
                <a:cs typeface="Dotum"/>
              </a:rPr>
              <a:t> </a:t>
            </a:r>
            <a:r>
              <a:rPr dirty="0" sz="1300" spc="-40">
                <a:solidFill>
                  <a:srgbClr val="4A8FE2"/>
                </a:solidFill>
                <a:latin typeface="Dotum"/>
                <a:cs typeface="Dotum"/>
              </a:rPr>
              <a:t>드래그</a:t>
            </a:r>
            <a:endParaRPr sz="130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150" spc="-215">
                <a:solidFill>
                  <a:srgbClr val="4A5462"/>
                </a:solidFill>
                <a:latin typeface="Dotum"/>
                <a:cs typeface="Dotum"/>
              </a:rPr>
              <a:t>문구</a:t>
            </a:r>
            <a:r>
              <a:rPr dirty="0" sz="1150" spc="-6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20">
                <a:solidFill>
                  <a:srgbClr val="4A5462"/>
                </a:solidFill>
                <a:latin typeface="Dotum"/>
                <a:cs typeface="Dotum"/>
              </a:rPr>
              <a:t>아래영역에</a:t>
            </a:r>
            <a:r>
              <a:rPr dirty="0" sz="1150" spc="-6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15">
                <a:solidFill>
                  <a:srgbClr val="4A5462"/>
                </a:solidFill>
                <a:latin typeface="Dotum"/>
                <a:cs typeface="Dotum"/>
              </a:rPr>
              <a:t>파일을</a:t>
            </a:r>
            <a:r>
              <a:rPr dirty="0" sz="1150" spc="-6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20">
                <a:solidFill>
                  <a:srgbClr val="4A5462"/>
                </a:solidFill>
                <a:latin typeface="Dotum"/>
                <a:cs typeface="Dotum"/>
              </a:rPr>
              <a:t>드래그하거나</a:t>
            </a:r>
            <a:r>
              <a:rPr dirty="0" sz="1150" spc="-6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114">
                <a:solidFill>
                  <a:srgbClr val="4A5462"/>
                </a:solidFill>
                <a:latin typeface="Dotum"/>
                <a:cs typeface="Dotum"/>
              </a:rPr>
              <a:t>선택</a:t>
            </a:r>
            <a:endParaRPr sz="1150">
              <a:latin typeface="Dotum"/>
              <a:cs typeface="Dotum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5964935" y="2916935"/>
            <a:ext cx="5593080" cy="3289300"/>
            <a:chOff x="5964935" y="2916935"/>
            <a:chExt cx="5593080" cy="3289300"/>
          </a:xfrm>
        </p:grpSpPr>
        <p:sp>
          <p:nvSpPr>
            <p:cNvPr id="22" name="object 22" descr=""/>
            <p:cNvSpPr/>
            <p:nvPr/>
          </p:nvSpPr>
          <p:spPr>
            <a:xfrm>
              <a:off x="5964923" y="2916948"/>
              <a:ext cx="5593080" cy="3289300"/>
            </a:xfrm>
            <a:custGeom>
              <a:avLst/>
              <a:gdLst/>
              <a:ahLst/>
              <a:cxnLst/>
              <a:rect l="l" t="t" r="r" b="b"/>
              <a:pathLst>
                <a:path w="5593080" h="3289300">
                  <a:moveTo>
                    <a:pt x="5593080" y="0"/>
                  </a:moveTo>
                  <a:lnTo>
                    <a:pt x="5417959" y="0"/>
                  </a:lnTo>
                  <a:lnTo>
                    <a:pt x="5417959" y="181686"/>
                  </a:lnTo>
                  <a:lnTo>
                    <a:pt x="5417959" y="2925534"/>
                  </a:lnTo>
                  <a:lnTo>
                    <a:pt x="5410378" y="2963659"/>
                  </a:lnTo>
                  <a:lnTo>
                    <a:pt x="5388788" y="2995980"/>
                  </a:lnTo>
                  <a:lnTo>
                    <a:pt x="5356466" y="3017570"/>
                  </a:lnTo>
                  <a:lnTo>
                    <a:pt x="5318353" y="3025152"/>
                  </a:lnTo>
                  <a:lnTo>
                    <a:pt x="274383" y="3025152"/>
                  </a:lnTo>
                  <a:lnTo>
                    <a:pt x="236258" y="3017570"/>
                  </a:lnTo>
                  <a:lnTo>
                    <a:pt x="203936" y="2995980"/>
                  </a:lnTo>
                  <a:lnTo>
                    <a:pt x="182346" y="2963659"/>
                  </a:lnTo>
                  <a:lnTo>
                    <a:pt x="174764" y="2925534"/>
                  </a:lnTo>
                  <a:lnTo>
                    <a:pt x="174764" y="181686"/>
                  </a:lnTo>
                  <a:lnTo>
                    <a:pt x="182346" y="143573"/>
                  </a:lnTo>
                  <a:lnTo>
                    <a:pt x="203936" y="111252"/>
                  </a:lnTo>
                  <a:lnTo>
                    <a:pt x="236258" y="89662"/>
                  </a:lnTo>
                  <a:lnTo>
                    <a:pt x="274383" y="82080"/>
                  </a:lnTo>
                  <a:lnTo>
                    <a:pt x="5318353" y="82080"/>
                  </a:lnTo>
                  <a:lnTo>
                    <a:pt x="5356466" y="89662"/>
                  </a:lnTo>
                  <a:lnTo>
                    <a:pt x="5388788" y="111252"/>
                  </a:lnTo>
                  <a:lnTo>
                    <a:pt x="5410378" y="143573"/>
                  </a:lnTo>
                  <a:lnTo>
                    <a:pt x="5417959" y="181686"/>
                  </a:lnTo>
                  <a:lnTo>
                    <a:pt x="5417959" y="0"/>
                  </a:lnTo>
                  <a:lnTo>
                    <a:pt x="0" y="0"/>
                  </a:lnTo>
                  <a:lnTo>
                    <a:pt x="0" y="3288779"/>
                  </a:lnTo>
                  <a:lnTo>
                    <a:pt x="5593080" y="3288779"/>
                  </a:lnTo>
                  <a:lnTo>
                    <a:pt x="5593080" y="3025152"/>
                  </a:lnTo>
                  <a:lnTo>
                    <a:pt x="5593080" y="82080"/>
                  </a:lnTo>
                  <a:lnTo>
                    <a:pt x="5593080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130641" y="2989967"/>
              <a:ext cx="5261610" cy="2961640"/>
            </a:xfrm>
            <a:custGeom>
              <a:avLst/>
              <a:gdLst/>
              <a:ahLst/>
              <a:cxnLst/>
              <a:rect l="l" t="t" r="r" b="b"/>
              <a:pathLst>
                <a:path w="5261609" h="2961640">
                  <a:moveTo>
                    <a:pt x="5152636" y="2961181"/>
                  </a:moveTo>
                  <a:lnTo>
                    <a:pt x="108667" y="2961181"/>
                  </a:lnTo>
                  <a:lnTo>
                    <a:pt x="97962" y="2960664"/>
                  </a:lnTo>
                  <a:lnTo>
                    <a:pt x="57389" y="2948335"/>
                  </a:lnTo>
                  <a:lnTo>
                    <a:pt x="24623" y="2921418"/>
                  </a:lnTo>
                  <a:lnTo>
                    <a:pt x="4652" y="2884011"/>
                  </a:lnTo>
                  <a:lnTo>
                    <a:pt x="0" y="2852514"/>
                  </a:lnTo>
                  <a:lnTo>
                    <a:pt x="0" y="108667"/>
                  </a:lnTo>
                  <a:lnTo>
                    <a:pt x="8271" y="67082"/>
                  </a:lnTo>
                  <a:lnTo>
                    <a:pt x="31827" y="31827"/>
                  </a:lnTo>
                  <a:lnTo>
                    <a:pt x="67082" y="8271"/>
                  </a:lnTo>
                  <a:lnTo>
                    <a:pt x="108667" y="0"/>
                  </a:lnTo>
                  <a:lnTo>
                    <a:pt x="5152636" y="0"/>
                  </a:lnTo>
                  <a:lnTo>
                    <a:pt x="5194221" y="8271"/>
                  </a:lnTo>
                  <a:lnTo>
                    <a:pt x="5229475" y="31827"/>
                  </a:lnTo>
                  <a:lnTo>
                    <a:pt x="5253031" y="67082"/>
                  </a:lnTo>
                  <a:lnTo>
                    <a:pt x="5261303" y="108667"/>
                  </a:lnTo>
                  <a:lnTo>
                    <a:pt x="5261303" y="2852514"/>
                  </a:lnTo>
                  <a:lnTo>
                    <a:pt x="5253031" y="2894099"/>
                  </a:lnTo>
                  <a:lnTo>
                    <a:pt x="5229475" y="2929353"/>
                  </a:lnTo>
                  <a:lnTo>
                    <a:pt x="5194221" y="2952909"/>
                  </a:lnTo>
                  <a:lnTo>
                    <a:pt x="5152636" y="29611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130641" y="2989967"/>
              <a:ext cx="5261610" cy="2961640"/>
            </a:xfrm>
            <a:custGeom>
              <a:avLst/>
              <a:gdLst/>
              <a:ahLst/>
              <a:cxnLst/>
              <a:rect l="l" t="t" r="r" b="b"/>
              <a:pathLst>
                <a:path w="5261609" h="2961640">
                  <a:moveTo>
                    <a:pt x="5152636" y="2961181"/>
                  </a:moveTo>
                  <a:lnTo>
                    <a:pt x="108667" y="2961181"/>
                  </a:lnTo>
                  <a:lnTo>
                    <a:pt x="97962" y="2960664"/>
                  </a:lnTo>
                  <a:lnTo>
                    <a:pt x="57389" y="2948335"/>
                  </a:lnTo>
                  <a:lnTo>
                    <a:pt x="24624" y="2921418"/>
                  </a:lnTo>
                  <a:lnTo>
                    <a:pt x="4652" y="2884011"/>
                  </a:lnTo>
                  <a:lnTo>
                    <a:pt x="0" y="2852514"/>
                  </a:lnTo>
                  <a:lnTo>
                    <a:pt x="0" y="108667"/>
                  </a:lnTo>
                  <a:lnTo>
                    <a:pt x="8271" y="67082"/>
                  </a:lnTo>
                  <a:lnTo>
                    <a:pt x="31827" y="31827"/>
                  </a:lnTo>
                  <a:lnTo>
                    <a:pt x="67082" y="8271"/>
                  </a:lnTo>
                  <a:lnTo>
                    <a:pt x="108667" y="0"/>
                  </a:lnTo>
                  <a:lnTo>
                    <a:pt x="5152636" y="0"/>
                  </a:lnTo>
                  <a:lnTo>
                    <a:pt x="5194221" y="8271"/>
                  </a:lnTo>
                  <a:lnTo>
                    <a:pt x="5212710" y="18111"/>
                  </a:lnTo>
                  <a:lnTo>
                    <a:pt x="102720" y="18111"/>
                  </a:lnTo>
                  <a:lnTo>
                    <a:pt x="96831" y="18691"/>
                  </a:lnTo>
                  <a:lnTo>
                    <a:pt x="53412" y="36675"/>
                  </a:lnTo>
                  <a:lnTo>
                    <a:pt x="27278" y="68519"/>
                  </a:lnTo>
                  <a:lnTo>
                    <a:pt x="18110" y="102721"/>
                  </a:lnTo>
                  <a:lnTo>
                    <a:pt x="18110" y="2858460"/>
                  </a:lnTo>
                  <a:lnTo>
                    <a:pt x="30068" y="2897880"/>
                  </a:lnTo>
                  <a:lnTo>
                    <a:pt x="63300" y="2931111"/>
                  </a:lnTo>
                  <a:lnTo>
                    <a:pt x="102720" y="2943070"/>
                  </a:lnTo>
                  <a:lnTo>
                    <a:pt x="5212708" y="2943070"/>
                  </a:lnTo>
                  <a:lnTo>
                    <a:pt x="5203913" y="2948335"/>
                  </a:lnTo>
                  <a:lnTo>
                    <a:pt x="5194221" y="2952909"/>
                  </a:lnTo>
                  <a:lnTo>
                    <a:pt x="5184133" y="2956528"/>
                  </a:lnTo>
                  <a:lnTo>
                    <a:pt x="5173840" y="2959113"/>
                  </a:lnTo>
                  <a:lnTo>
                    <a:pt x="5163341" y="2960664"/>
                  </a:lnTo>
                  <a:lnTo>
                    <a:pt x="5152636" y="2961181"/>
                  </a:lnTo>
                  <a:close/>
                </a:path>
                <a:path w="5261609" h="2961640">
                  <a:moveTo>
                    <a:pt x="5212708" y="2943070"/>
                  </a:moveTo>
                  <a:lnTo>
                    <a:pt x="5158583" y="2943070"/>
                  </a:lnTo>
                  <a:lnTo>
                    <a:pt x="5164470" y="2942490"/>
                  </a:lnTo>
                  <a:lnTo>
                    <a:pt x="5176133" y="2940169"/>
                  </a:lnTo>
                  <a:lnTo>
                    <a:pt x="5212464" y="2920751"/>
                  </a:lnTo>
                  <a:lnTo>
                    <a:pt x="5238573" y="2881674"/>
                  </a:lnTo>
                  <a:lnTo>
                    <a:pt x="5243192" y="2858460"/>
                  </a:lnTo>
                  <a:lnTo>
                    <a:pt x="5243192" y="102721"/>
                  </a:lnTo>
                  <a:lnTo>
                    <a:pt x="5242723" y="97962"/>
                  </a:lnTo>
                  <a:lnTo>
                    <a:pt x="5242611" y="96832"/>
                  </a:lnTo>
                  <a:lnTo>
                    <a:pt x="5224626" y="53412"/>
                  </a:lnTo>
                  <a:lnTo>
                    <a:pt x="5192782" y="27279"/>
                  </a:lnTo>
                  <a:lnTo>
                    <a:pt x="5158583" y="18111"/>
                  </a:lnTo>
                  <a:lnTo>
                    <a:pt x="5212710" y="18111"/>
                  </a:lnTo>
                  <a:lnTo>
                    <a:pt x="5243006" y="48283"/>
                  </a:lnTo>
                  <a:lnTo>
                    <a:pt x="5259235" y="87463"/>
                  </a:lnTo>
                  <a:lnTo>
                    <a:pt x="5261304" y="108667"/>
                  </a:lnTo>
                  <a:lnTo>
                    <a:pt x="5261304" y="2852514"/>
                  </a:lnTo>
                  <a:lnTo>
                    <a:pt x="5253031" y="2894099"/>
                  </a:lnTo>
                  <a:lnTo>
                    <a:pt x="5229475" y="2929353"/>
                  </a:lnTo>
                  <a:lnTo>
                    <a:pt x="5213019" y="2942884"/>
                  </a:lnTo>
                  <a:lnTo>
                    <a:pt x="5212708" y="2943070"/>
                  </a:lnTo>
                  <a:close/>
                </a:path>
              </a:pathLst>
            </a:custGeom>
            <a:solidFill>
              <a:srgbClr val="4A8FE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366087" y="4330196"/>
              <a:ext cx="4790440" cy="1385570"/>
            </a:xfrm>
            <a:custGeom>
              <a:avLst/>
              <a:gdLst/>
              <a:ahLst/>
              <a:cxnLst/>
              <a:rect l="l" t="t" r="r" b="b"/>
              <a:pathLst>
                <a:path w="4790440" h="1385570">
                  <a:moveTo>
                    <a:pt x="4681745" y="1385506"/>
                  </a:moveTo>
                  <a:lnTo>
                    <a:pt x="108667" y="1385506"/>
                  </a:lnTo>
                  <a:lnTo>
                    <a:pt x="97962" y="1384989"/>
                  </a:lnTo>
                  <a:lnTo>
                    <a:pt x="57389" y="1372660"/>
                  </a:lnTo>
                  <a:lnTo>
                    <a:pt x="24624" y="1345743"/>
                  </a:lnTo>
                  <a:lnTo>
                    <a:pt x="4652" y="1308336"/>
                  </a:lnTo>
                  <a:lnTo>
                    <a:pt x="0" y="1276839"/>
                  </a:lnTo>
                  <a:lnTo>
                    <a:pt x="0" y="108667"/>
                  </a:lnTo>
                  <a:lnTo>
                    <a:pt x="8271" y="67081"/>
                  </a:lnTo>
                  <a:lnTo>
                    <a:pt x="31827" y="31827"/>
                  </a:lnTo>
                  <a:lnTo>
                    <a:pt x="67082" y="8271"/>
                  </a:lnTo>
                  <a:lnTo>
                    <a:pt x="108667" y="0"/>
                  </a:lnTo>
                  <a:lnTo>
                    <a:pt x="4681745" y="0"/>
                  </a:lnTo>
                  <a:lnTo>
                    <a:pt x="4723330" y="8271"/>
                  </a:lnTo>
                  <a:lnTo>
                    <a:pt x="4758584" y="31827"/>
                  </a:lnTo>
                  <a:lnTo>
                    <a:pt x="4782140" y="67081"/>
                  </a:lnTo>
                  <a:lnTo>
                    <a:pt x="4790412" y="108667"/>
                  </a:lnTo>
                  <a:lnTo>
                    <a:pt x="4790412" y="1276839"/>
                  </a:lnTo>
                  <a:lnTo>
                    <a:pt x="4782140" y="1318424"/>
                  </a:lnTo>
                  <a:lnTo>
                    <a:pt x="4758584" y="1353678"/>
                  </a:lnTo>
                  <a:lnTo>
                    <a:pt x="4723330" y="1377234"/>
                  </a:lnTo>
                  <a:lnTo>
                    <a:pt x="4681745" y="1385506"/>
                  </a:lnTo>
                  <a:close/>
                </a:path>
              </a:pathLst>
            </a:custGeom>
            <a:solidFill>
              <a:srgbClr val="86CDEB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366078" y="4330204"/>
              <a:ext cx="4790440" cy="1385570"/>
            </a:xfrm>
            <a:custGeom>
              <a:avLst/>
              <a:gdLst/>
              <a:ahLst/>
              <a:cxnLst/>
              <a:rect l="l" t="t" r="r" b="b"/>
              <a:pathLst>
                <a:path w="4790440" h="1385570">
                  <a:moveTo>
                    <a:pt x="18110" y="1168933"/>
                  </a:moveTo>
                  <a:lnTo>
                    <a:pt x="0" y="1168933"/>
                  </a:lnTo>
                  <a:lnTo>
                    <a:pt x="0" y="1223264"/>
                  </a:lnTo>
                  <a:lnTo>
                    <a:pt x="18110" y="1223264"/>
                  </a:lnTo>
                  <a:lnTo>
                    <a:pt x="18110" y="1168933"/>
                  </a:lnTo>
                  <a:close/>
                </a:path>
                <a:path w="4790440" h="1385570">
                  <a:moveTo>
                    <a:pt x="18110" y="1078649"/>
                  </a:moveTo>
                  <a:lnTo>
                    <a:pt x="0" y="1078649"/>
                  </a:lnTo>
                  <a:lnTo>
                    <a:pt x="0" y="1132979"/>
                  </a:lnTo>
                  <a:lnTo>
                    <a:pt x="18110" y="1132979"/>
                  </a:lnTo>
                  <a:lnTo>
                    <a:pt x="18110" y="1078649"/>
                  </a:lnTo>
                  <a:close/>
                </a:path>
                <a:path w="4790440" h="1385570">
                  <a:moveTo>
                    <a:pt x="18110" y="988364"/>
                  </a:moveTo>
                  <a:lnTo>
                    <a:pt x="0" y="988364"/>
                  </a:lnTo>
                  <a:lnTo>
                    <a:pt x="0" y="1042695"/>
                  </a:lnTo>
                  <a:lnTo>
                    <a:pt x="18110" y="1042695"/>
                  </a:lnTo>
                  <a:lnTo>
                    <a:pt x="18110" y="988364"/>
                  </a:lnTo>
                  <a:close/>
                </a:path>
                <a:path w="4790440" h="1385570">
                  <a:moveTo>
                    <a:pt x="18110" y="898080"/>
                  </a:moveTo>
                  <a:lnTo>
                    <a:pt x="0" y="898080"/>
                  </a:lnTo>
                  <a:lnTo>
                    <a:pt x="0" y="952411"/>
                  </a:lnTo>
                  <a:lnTo>
                    <a:pt x="18110" y="952411"/>
                  </a:lnTo>
                  <a:lnTo>
                    <a:pt x="18110" y="898080"/>
                  </a:lnTo>
                  <a:close/>
                </a:path>
                <a:path w="4790440" h="1385570">
                  <a:moveTo>
                    <a:pt x="18110" y="807796"/>
                  </a:moveTo>
                  <a:lnTo>
                    <a:pt x="0" y="807796"/>
                  </a:lnTo>
                  <a:lnTo>
                    <a:pt x="0" y="862126"/>
                  </a:lnTo>
                  <a:lnTo>
                    <a:pt x="18110" y="862126"/>
                  </a:lnTo>
                  <a:lnTo>
                    <a:pt x="18110" y="807796"/>
                  </a:lnTo>
                  <a:close/>
                </a:path>
                <a:path w="4790440" h="1385570">
                  <a:moveTo>
                    <a:pt x="18110" y="717511"/>
                  </a:moveTo>
                  <a:lnTo>
                    <a:pt x="0" y="717511"/>
                  </a:lnTo>
                  <a:lnTo>
                    <a:pt x="0" y="771842"/>
                  </a:lnTo>
                  <a:lnTo>
                    <a:pt x="18110" y="771842"/>
                  </a:lnTo>
                  <a:lnTo>
                    <a:pt x="18110" y="717511"/>
                  </a:lnTo>
                  <a:close/>
                </a:path>
                <a:path w="4790440" h="1385570">
                  <a:moveTo>
                    <a:pt x="18110" y="627227"/>
                  </a:moveTo>
                  <a:lnTo>
                    <a:pt x="0" y="627227"/>
                  </a:lnTo>
                  <a:lnTo>
                    <a:pt x="0" y="681558"/>
                  </a:lnTo>
                  <a:lnTo>
                    <a:pt x="18110" y="681558"/>
                  </a:lnTo>
                  <a:lnTo>
                    <a:pt x="18110" y="627227"/>
                  </a:lnTo>
                  <a:close/>
                </a:path>
                <a:path w="4790440" h="1385570">
                  <a:moveTo>
                    <a:pt x="18110" y="536930"/>
                  </a:moveTo>
                  <a:lnTo>
                    <a:pt x="0" y="536930"/>
                  </a:lnTo>
                  <a:lnTo>
                    <a:pt x="0" y="591273"/>
                  </a:lnTo>
                  <a:lnTo>
                    <a:pt x="18110" y="591273"/>
                  </a:lnTo>
                  <a:lnTo>
                    <a:pt x="18110" y="536930"/>
                  </a:lnTo>
                  <a:close/>
                </a:path>
                <a:path w="4790440" h="1385570">
                  <a:moveTo>
                    <a:pt x="18110" y="446646"/>
                  </a:moveTo>
                  <a:lnTo>
                    <a:pt x="0" y="446646"/>
                  </a:lnTo>
                  <a:lnTo>
                    <a:pt x="0" y="500989"/>
                  </a:lnTo>
                  <a:lnTo>
                    <a:pt x="18110" y="500989"/>
                  </a:lnTo>
                  <a:lnTo>
                    <a:pt x="18110" y="446646"/>
                  </a:lnTo>
                  <a:close/>
                </a:path>
                <a:path w="4790440" h="1385570">
                  <a:moveTo>
                    <a:pt x="18110" y="356362"/>
                  </a:moveTo>
                  <a:lnTo>
                    <a:pt x="0" y="356362"/>
                  </a:lnTo>
                  <a:lnTo>
                    <a:pt x="0" y="410692"/>
                  </a:lnTo>
                  <a:lnTo>
                    <a:pt x="18110" y="410692"/>
                  </a:lnTo>
                  <a:lnTo>
                    <a:pt x="18110" y="356362"/>
                  </a:lnTo>
                  <a:close/>
                </a:path>
                <a:path w="4790440" h="1385570">
                  <a:moveTo>
                    <a:pt x="18110" y="266077"/>
                  </a:moveTo>
                  <a:lnTo>
                    <a:pt x="0" y="266077"/>
                  </a:lnTo>
                  <a:lnTo>
                    <a:pt x="0" y="320408"/>
                  </a:lnTo>
                  <a:lnTo>
                    <a:pt x="18110" y="320408"/>
                  </a:lnTo>
                  <a:lnTo>
                    <a:pt x="18110" y="266077"/>
                  </a:lnTo>
                  <a:close/>
                </a:path>
                <a:path w="4790440" h="1385570">
                  <a:moveTo>
                    <a:pt x="18110" y="175793"/>
                  </a:moveTo>
                  <a:lnTo>
                    <a:pt x="0" y="175793"/>
                  </a:lnTo>
                  <a:lnTo>
                    <a:pt x="0" y="230124"/>
                  </a:lnTo>
                  <a:lnTo>
                    <a:pt x="18110" y="230124"/>
                  </a:lnTo>
                  <a:lnTo>
                    <a:pt x="18110" y="175793"/>
                  </a:lnTo>
                  <a:close/>
                </a:path>
                <a:path w="4790440" h="1385570">
                  <a:moveTo>
                    <a:pt x="20548" y="88150"/>
                  </a:moveTo>
                  <a:lnTo>
                    <a:pt x="2933" y="84048"/>
                  </a:lnTo>
                  <a:lnTo>
                    <a:pt x="2070" y="87464"/>
                  </a:lnTo>
                  <a:lnTo>
                    <a:pt x="1968" y="88150"/>
                  </a:lnTo>
                  <a:lnTo>
                    <a:pt x="520" y="97955"/>
                  </a:lnTo>
                  <a:lnTo>
                    <a:pt x="431" y="99745"/>
                  </a:lnTo>
                  <a:lnTo>
                    <a:pt x="0" y="108661"/>
                  </a:lnTo>
                  <a:lnTo>
                    <a:pt x="0" y="139839"/>
                  </a:lnTo>
                  <a:lnTo>
                    <a:pt x="18110" y="139839"/>
                  </a:lnTo>
                  <a:lnTo>
                    <a:pt x="18110" y="108661"/>
                  </a:lnTo>
                  <a:lnTo>
                    <a:pt x="18542" y="99745"/>
                  </a:lnTo>
                  <a:lnTo>
                    <a:pt x="19837" y="90995"/>
                  </a:lnTo>
                  <a:lnTo>
                    <a:pt x="20548" y="88150"/>
                  </a:lnTo>
                  <a:close/>
                </a:path>
                <a:path w="4790440" h="1385570">
                  <a:moveTo>
                    <a:pt x="24333" y="1309598"/>
                  </a:moveTo>
                  <a:lnTo>
                    <a:pt x="21996" y="1303083"/>
                  </a:lnTo>
                  <a:lnTo>
                    <a:pt x="19837" y="1294511"/>
                  </a:lnTo>
                  <a:lnTo>
                    <a:pt x="18542" y="1285760"/>
                  </a:lnTo>
                  <a:lnTo>
                    <a:pt x="18110" y="1276832"/>
                  </a:lnTo>
                  <a:lnTo>
                    <a:pt x="18110" y="1259217"/>
                  </a:lnTo>
                  <a:lnTo>
                    <a:pt x="0" y="1259217"/>
                  </a:lnTo>
                  <a:lnTo>
                    <a:pt x="0" y="1276832"/>
                  </a:lnTo>
                  <a:lnTo>
                    <a:pt x="520" y="1287538"/>
                  </a:lnTo>
                  <a:lnTo>
                    <a:pt x="2070" y="1298041"/>
                  </a:lnTo>
                  <a:lnTo>
                    <a:pt x="4660" y="1308328"/>
                  </a:lnTo>
                  <a:lnTo>
                    <a:pt x="7454" y="1316151"/>
                  </a:lnTo>
                  <a:lnTo>
                    <a:pt x="24333" y="1309598"/>
                  </a:lnTo>
                  <a:close/>
                </a:path>
                <a:path w="4790440" h="1385570">
                  <a:moveTo>
                    <a:pt x="71513" y="26187"/>
                  </a:moveTo>
                  <a:lnTo>
                    <a:pt x="64084" y="9690"/>
                  </a:lnTo>
                  <a:lnTo>
                    <a:pt x="57391" y="12839"/>
                  </a:lnTo>
                  <a:lnTo>
                    <a:pt x="48285" y="18300"/>
                  </a:lnTo>
                  <a:lnTo>
                    <a:pt x="39763" y="24625"/>
                  </a:lnTo>
                  <a:lnTo>
                    <a:pt x="31826" y="31826"/>
                  </a:lnTo>
                  <a:lnTo>
                    <a:pt x="24625" y="39763"/>
                  </a:lnTo>
                  <a:lnTo>
                    <a:pt x="18694" y="47752"/>
                  </a:lnTo>
                  <a:lnTo>
                    <a:pt x="33680" y="57912"/>
                  </a:lnTo>
                  <a:lnTo>
                    <a:pt x="38633" y="51244"/>
                  </a:lnTo>
                  <a:lnTo>
                    <a:pt x="44640" y="44627"/>
                  </a:lnTo>
                  <a:lnTo>
                    <a:pt x="51244" y="38633"/>
                  </a:lnTo>
                  <a:lnTo>
                    <a:pt x="58343" y="33350"/>
                  </a:lnTo>
                  <a:lnTo>
                    <a:pt x="65938" y="28816"/>
                  </a:lnTo>
                  <a:lnTo>
                    <a:pt x="71513" y="26187"/>
                  </a:lnTo>
                  <a:close/>
                </a:path>
                <a:path w="4790440" h="1385570">
                  <a:moveTo>
                    <a:pt x="83337" y="1363751"/>
                  </a:moveTo>
                  <a:lnTo>
                    <a:pt x="44640" y="1340866"/>
                  </a:lnTo>
                  <a:lnTo>
                    <a:pt x="41478" y="1337398"/>
                  </a:lnTo>
                  <a:lnTo>
                    <a:pt x="28041" y="1349502"/>
                  </a:lnTo>
                  <a:lnTo>
                    <a:pt x="67081" y="1377238"/>
                  </a:lnTo>
                  <a:lnTo>
                    <a:pt x="78282" y="1381125"/>
                  </a:lnTo>
                  <a:lnTo>
                    <a:pt x="78359" y="1380845"/>
                  </a:lnTo>
                  <a:lnTo>
                    <a:pt x="83337" y="1363751"/>
                  </a:lnTo>
                  <a:close/>
                </a:path>
                <a:path w="4790440" h="1385570">
                  <a:moveTo>
                    <a:pt x="163004" y="0"/>
                  </a:moveTo>
                  <a:lnTo>
                    <a:pt x="108673" y="0"/>
                  </a:lnTo>
                  <a:lnTo>
                    <a:pt x="102362" y="304"/>
                  </a:lnTo>
                  <a:lnTo>
                    <a:pt x="103416" y="18364"/>
                  </a:lnTo>
                  <a:lnTo>
                    <a:pt x="108673" y="18110"/>
                  </a:lnTo>
                  <a:lnTo>
                    <a:pt x="163004" y="18110"/>
                  </a:lnTo>
                  <a:lnTo>
                    <a:pt x="163004" y="0"/>
                  </a:lnTo>
                  <a:close/>
                </a:path>
                <a:path w="4790440" h="1385570">
                  <a:moveTo>
                    <a:pt x="170497" y="1367396"/>
                  </a:moveTo>
                  <a:lnTo>
                    <a:pt x="116166" y="1367396"/>
                  </a:lnTo>
                  <a:lnTo>
                    <a:pt x="116166" y="1385506"/>
                  </a:lnTo>
                  <a:lnTo>
                    <a:pt x="170497" y="1385506"/>
                  </a:lnTo>
                  <a:lnTo>
                    <a:pt x="170497" y="1367396"/>
                  </a:lnTo>
                  <a:close/>
                </a:path>
                <a:path w="4790440" h="1385570">
                  <a:moveTo>
                    <a:pt x="253288" y="0"/>
                  </a:moveTo>
                  <a:lnTo>
                    <a:pt x="198958" y="0"/>
                  </a:lnTo>
                  <a:lnTo>
                    <a:pt x="198958" y="18110"/>
                  </a:lnTo>
                  <a:lnTo>
                    <a:pt x="253288" y="18110"/>
                  </a:lnTo>
                  <a:lnTo>
                    <a:pt x="253288" y="0"/>
                  </a:lnTo>
                  <a:close/>
                </a:path>
                <a:path w="4790440" h="1385570">
                  <a:moveTo>
                    <a:pt x="260781" y="1367396"/>
                  </a:moveTo>
                  <a:lnTo>
                    <a:pt x="206451" y="1367396"/>
                  </a:lnTo>
                  <a:lnTo>
                    <a:pt x="206451" y="1385506"/>
                  </a:lnTo>
                  <a:lnTo>
                    <a:pt x="260781" y="1385506"/>
                  </a:lnTo>
                  <a:lnTo>
                    <a:pt x="260781" y="1367396"/>
                  </a:lnTo>
                  <a:close/>
                </a:path>
                <a:path w="4790440" h="1385570">
                  <a:moveTo>
                    <a:pt x="343573" y="0"/>
                  </a:moveTo>
                  <a:lnTo>
                    <a:pt x="289242" y="0"/>
                  </a:lnTo>
                  <a:lnTo>
                    <a:pt x="289242" y="18110"/>
                  </a:lnTo>
                  <a:lnTo>
                    <a:pt x="343573" y="18110"/>
                  </a:lnTo>
                  <a:lnTo>
                    <a:pt x="343573" y="0"/>
                  </a:lnTo>
                  <a:close/>
                </a:path>
                <a:path w="4790440" h="1385570">
                  <a:moveTo>
                    <a:pt x="351066" y="1367396"/>
                  </a:moveTo>
                  <a:lnTo>
                    <a:pt x="296735" y="1367396"/>
                  </a:lnTo>
                  <a:lnTo>
                    <a:pt x="296735" y="1385506"/>
                  </a:lnTo>
                  <a:lnTo>
                    <a:pt x="351066" y="1385506"/>
                  </a:lnTo>
                  <a:lnTo>
                    <a:pt x="351066" y="1367396"/>
                  </a:lnTo>
                  <a:close/>
                </a:path>
                <a:path w="4790440" h="1385570">
                  <a:moveTo>
                    <a:pt x="433857" y="0"/>
                  </a:moveTo>
                  <a:lnTo>
                    <a:pt x="379526" y="0"/>
                  </a:lnTo>
                  <a:lnTo>
                    <a:pt x="379526" y="18110"/>
                  </a:lnTo>
                  <a:lnTo>
                    <a:pt x="433857" y="18110"/>
                  </a:lnTo>
                  <a:lnTo>
                    <a:pt x="433857" y="0"/>
                  </a:lnTo>
                  <a:close/>
                </a:path>
                <a:path w="4790440" h="1385570">
                  <a:moveTo>
                    <a:pt x="441350" y="1367396"/>
                  </a:moveTo>
                  <a:lnTo>
                    <a:pt x="387019" y="1367396"/>
                  </a:lnTo>
                  <a:lnTo>
                    <a:pt x="387019" y="1385506"/>
                  </a:lnTo>
                  <a:lnTo>
                    <a:pt x="441350" y="1385506"/>
                  </a:lnTo>
                  <a:lnTo>
                    <a:pt x="441350" y="1367396"/>
                  </a:lnTo>
                  <a:close/>
                </a:path>
                <a:path w="4790440" h="1385570">
                  <a:moveTo>
                    <a:pt x="524141" y="0"/>
                  </a:moveTo>
                  <a:lnTo>
                    <a:pt x="469811" y="0"/>
                  </a:lnTo>
                  <a:lnTo>
                    <a:pt x="469811" y="18110"/>
                  </a:lnTo>
                  <a:lnTo>
                    <a:pt x="524141" y="18110"/>
                  </a:lnTo>
                  <a:lnTo>
                    <a:pt x="524141" y="0"/>
                  </a:lnTo>
                  <a:close/>
                </a:path>
                <a:path w="4790440" h="1385570">
                  <a:moveTo>
                    <a:pt x="531634" y="1367396"/>
                  </a:moveTo>
                  <a:lnTo>
                    <a:pt x="477304" y="1367396"/>
                  </a:lnTo>
                  <a:lnTo>
                    <a:pt x="477304" y="1385506"/>
                  </a:lnTo>
                  <a:lnTo>
                    <a:pt x="531634" y="1385506"/>
                  </a:lnTo>
                  <a:lnTo>
                    <a:pt x="531634" y="1367396"/>
                  </a:lnTo>
                  <a:close/>
                </a:path>
                <a:path w="4790440" h="1385570">
                  <a:moveTo>
                    <a:pt x="614426" y="0"/>
                  </a:moveTo>
                  <a:lnTo>
                    <a:pt x="560095" y="0"/>
                  </a:lnTo>
                  <a:lnTo>
                    <a:pt x="560095" y="18110"/>
                  </a:lnTo>
                  <a:lnTo>
                    <a:pt x="614426" y="18110"/>
                  </a:lnTo>
                  <a:lnTo>
                    <a:pt x="614426" y="0"/>
                  </a:lnTo>
                  <a:close/>
                </a:path>
                <a:path w="4790440" h="1385570">
                  <a:moveTo>
                    <a:pt x="621919" y="1367396"/>
                  </a:moveTo>
                  <a:lnTo>
                    <a:pt x="567588" y="1367396"/>
                  </a:lnTo>
                  <a:lnTo>
                    <a:pt x="567588" y="1385506"/>
                  </a:lnTo>
                  <a:lnTo>
                    <a:pt x="621919" y="1385506"/>
                  </a:lnTo>
                  <a:lnTo>
                    <a:pt x="621919" y="1367396"/>
                  </a:lnTo>
                  <a:close/>
                </a:path>
                <a:path w="4790440" h="1385570">
                  <a:moveTo>
                    <a:pt x="704723" y="0"/>
                  </a:moveTo>
                  <a:lnTo>
                    <a:pt x="650379" y="0"/>
                  </a:lnTo>
                  <a:lnTo>
                    <a:pt x="650379" y="18110"/>
                  </a:lnTo>
                  <a:lnTo>
                    <a:pt x="704723" y="18110"/>
                  </a:lnTo>
                  <a:lnTo>
                    <a:pt x="704723" y="0"/>
                  </a:lnTo>
                  <a:close/>
                </a:path>
                <a:path w="4790440" h="1385570">
                  <a:moveTo>
                    <a:pt x="712216" y="1367396"/>
                  </a:moveTo>
                  <a:lnTo>
                    <a:pt x="657872" y="1367396"/>
                  </a:lnTo>
                  <a:lnTo>
                    <a:pt x="657872" y="1385506"/>
                  </a:lnTo>
                  <a:lnTo>
                    <a:pt x="712216" y="1385506"/>
                  </a:lnTo>
                  <a:lnTo>
                    <a:pt x="712216" y="1367396"/>
                  </a:lnTo>
                  <a:close/>
                </a:path>
                <a:path w="4790440" h="1385570">
                  <a:moveTo>
                    <a:pt x="795007" y="0"/>
                  </a:moveTo>
                  <a:lnTo>
                    <a:pt x="740664" y="0"/>
                  </a:lnTo>
                  <a:lnTo>
                    <a:pt x="740664" y="18110"/>
                  </a:lnTo>
                  <a:lnTo>
                    <a:pt x="795007" y="18110"/>
                  </a:lnTo>
                  <a:lnTo>
                    <a:pt x="795007" y="0"/>
                  </a:lnTo>
                  <a:close/>
                </a:path>
                <a:path w="4790440" h="1385570">
                  <a:moveTo>
                    <a:pt x="802500" y="1367396"/>
                  </a:moveTo>
                  <a:lnTo>
                    <a:pt x="748157" y="1367396"/>
                  </a:lnTo>
                  <a:lnTo>
                    <a:pt x="748157" y="1385506"/>
                  </a:lnTo>
                  <a:lnTo>
                    <a:pt x="802500" y="1385506"/>
                  </a:lnTo>
                  <a:lnTo>
                    <a:pt x="802500" y="1367396"/>
                  </a:lnTo>
                  <a:close/>
                </a:path>
                <a:path w="4790440" h="1385570">
                  <a:moveTo>
                    <a:pt x="885291" y="0"/>
                  </a:moveTo>
                  <a:lnTo>
                    <a:pt x="830961" y="0"/>
                  </a:lnTo>
                  <a:lnTo>
                    <a:pt x="830961" y="18110"/>
                  </a:lnTo>
                  <a:lnTo>
                    <a:pt x="885291" y="18110"/>
                  </a:lnTo>
                  <a:lnTo>
                    <a:pt x="885291" y="0"/>
                  </a:lnTo>
                  <a:close/>
                </a:path>
                <a:path w="4790440" h="1385570">
                  <a:moveTo>
                    <a:pt x="892784" y="1367396"/>
                  </a:moveTo>
                  <a:lnTo>
                    <a:pt x="838454" y="1367396"/>
                  </a:lnTo>
                  <a:lnTo>
                    <a:pt x="838454" y="1385506"/>
                  </a:lnTo>
                  <a:lnTo>
                    <a:pt x="892784" y="1385506"/>
                  </a:lnTo>
                  <a:lnTo>
                    <a:pt x="892784" y="1367396"/>
                  </a:lnTo>
                  <a:close/>
                </a:path>
                <a:path w="4790440" h="1385570">
                  <a:moveTo>
                    <a:pt x="975575" y="0"/>
                  </a:moveTo>
                  <a:lnTo>
                    <a:pt x="921245" y="0"/>
                  </a:lnTo>
                  <a:lnTo>
                    <a:pt x="921245" y="18110"/>
                  </a:lnTo>
                  <a:lnTo>
                    <a:pt x="975575" y="18110"/>
                  </a:lnTo>
                  <a:lnTo>
                    <a:pt x="975575" y="0"/>
                  </a:lnTo>
                  <a:close/>
                </a:path>
                <a:path w="4790440" h="1385570">
                  <a:moveTo>
                    <a:pt x="983068" y="1367396"/>
                  </a:moveTo>
                  <a:lnTo>
                    <a:pt x="928738" y="1367396"/>
                  </a:lnTo>
                  <a:lnTo>
                    <a:pt x="928738" y="1385506"/>
                  </a:lnTo>
                  <a:lnTo>
                    <a:pt x="983068" y="1385506"/>
                  </a:lnTo>
                  <a:lnTo>
                    <a:pt x="983068" y="1367396"/>
                  </a:lnTo>
                  <a:close/>
                </a:path>
                <a:path w="4790440" h="1385570">
                  <a:moveTo>
                    <a:pt x="1065860" y="0"/>
                  </a:moveTo>
                  <a:lnTo>
                    <a:pt x="1011529" y="0"/>
                  </a:lnTo>
                  <a:lnTo>
                    <a:pt x="1011529" y="18110"/>
                  </a:lnTo>
                  <a:lnTo>
                    <a:pt x="1065860" y="18110"/>
                  </a:lnTo>
                  <a:lnTo>
                    <a:pt x="1065860" y="0"/>
                  </a:lnTo>
                  <a:close/>
                </a:path>
                <a:path w="4790440" h="1385570">
                  <a:moveTo>
                    <a:pt x="1073353" y="1367396"/>
                  </a:moveTo>
                  <a:lnTo>
                    <a:pt x="1019022" y="1367396"/>
                  </a:lnTo>
                  <a:lnTo>
                    <a:pt x="1019022" y="1385506"/>
                  </a:lnTo>
                  <a:lnTo>
                    <a:pt x="1073353" y="1385506"/>
                  </a:lnTo>
                  <a:lnTo>
                    <a:pt x="1073353" y="1367396"/>
                  </a:lnTo>
                  <a:close/>
                </a:path>
                <a:path w="4790440" h="1385570">
                  <a:moveTo>
                    <a:pt x="1156144" y="0"/>
                  </a:moveTo>
                  <a:lnTo>
                    <a:pt x="1101813" y="0"/>
                  </a:lnTo>
                  <a:lnTo>
                    <a:pt x="1101813" y="18110"/>
                  </a:lnTo>
                  <a:lnTo>
                    <a:pt x="1156144" y="18110"/>
                  </a:lnTo>
                  <a:lnTo>
                    <a:pt x="1156144" y="0"/>
                  </a:lnTo>
                  <a:close/>
                </a:path>
                <a:path w="4790440" h="1385570">
                  <a:moveTo>
                    <a:pt x="1163637" y="1367396"/>
                  </a:moveTo>
                  <a:lnTo>
                    <a:pt x="1109306" y="1367396"/>
                  </a:lnTo>
                  <a:lnTo>
                    <a:pt x="1109306" y="1385506"/>
                  </a:lnTo>
                  <a:lnTo>
                    <a:pt x="1163637" y="1385506"/>
                  </a:lnTo>
                  <a:lnTo>
                    <a:pt x="1163637" y="1367396"/>
                  </a:lnTo>
                  <a:close/>
                </a:path>
                <a:path w="4790440" h="1385570">
                  <a:moveTo>
                    <a:pt x="1246428" y="0"/>
                  </a:moveTo>
                  <a:lnTo>
                    <a:pt x="1192098" y="0"/>
                  </a:lnTo>
                  <a:lnTo>
                    <a:pt x="1192098" y="18110"/>
                  </a:lnTo>
                  <a:lnTo>
                    <a:pt x="1246428" y="18110"/>
                  </a:lnTo>
                  <a:lnTo>
                    <a:pt x="1246428" y="0"/>
                  </a:lnTo>
                  <a:close/>
                </a:path>
                <a:path w="4790440" h="1385570">
                  <a:moveTo>
                    <a:pt x="1253921" y="1367396"/>
                  </a:moveTo>
                  <a:lnTo>
                    <a:pt x="1199591" y="1367396"/>
                  </a:lnTo>
                  <a:lnTo>
                    <a:pt x="1199591" y="1385506"/>
                  </a:lnTo>
                  <a:lnTo>
                    <a:pt x="1253921" y="1385506"/>
                  </a:lnTo>
                  <a:lnTo>
                    <a:pt x="1253921" y="1367396"/>
                  </a:lnTo>
                  <a:close/>
                </a:path>
                <a:path w="4790440" h="1385570">
                  <a:moveTo>
                    <a:pt x="1336713" y="0"/>
                  </a:moveTo>
                  <a:lnTo>
                    <a:pt x="1282382" y="0"/>
                  </a:lnTo>
                  <a:lnTo>
                    <a:pt x="1282382" y="18110"/>
                  </a:lnTo>
                  <a:lnTo>
                    <a:pt x="1336713" y="18110"/>
                  </a:lnTo>
                  <a:lnTo>
                    <a:pt x="1336713" y="0"/>
                  </a:lnTo>
                  <a:close/>
                </a:path>
                <a:path w="4790440" h="1385570">
                  <a:moveTo>
                    <a:pt x="1344206" y="1367396"/>
                  </a:moveTo>
                  <a:lnTo>
                    <a:pt x="1289875" y="1367396"/>
                  </a:lnTo>
                  <a:lnTo>
                    <a:pt x="1289875" y="1385506"/>
                  </a:lnTo>
                  <a:lnTo>
                    <a:pt x="1344206" y="1385506"/>
                  </a:lnTo>
                  <a:lnTo>
                    <a:pt x="1344206" y="1367396"/>
                  </a:lnTo>
                  <a:close/>
                </a:path>
                <a:path w="4790440" h="1385570">
                  <a:moveTo>
                    <a:pt x="1426997" y="0"/>
                  </a:moveTo>
                  <a:lnTo>
                    <a:pt x="1372666" y="0"/>
                  </a:lnTo>
                  <a:lnTo>
                    <a:pt x="1372666" y="18110"/>
                  </a:lnTo>
                  <a:lnTo>
                    <a:pt x="1426997" y="18110"/>
                  </a:lnTo>
                  <a:lnTo>
                    <a:pt x="1426997" y="0"/>
                  </a:lnTo>
                  <a:close/>
                </a:path>
                <a:path w="4790440" h="1385570">
                  <a:moveTo>
                    <a:pt x="1434490" y="1367396"/>
                  </a:moveTo>
                  <a:lnTo>
                    <a:pt x="1380159" y="1367396"/>
                  </a:lnTo>
                  <a:lnTo>
                    <a:pt x="1380159" y="1385506"/>
                  </a:lnTo>
                  <a:lnTo>
                    <a:pt x="1434490" y="1385506"/>
                  </a:lnTo>
                  <a:lnTo>
                    <a:pt x="1434490" y="1367396"/>
                  </a:lnTo>
                  <a:close/>
                </a:path>
                <a:path w="4790440" h="1385570">
                  <a:moveTo>
                    <a:pt x="1517294" y="0"/>
                  </a:moveTo>
                  <a:lnTo>
                    <a:pt x="1462951" y="0"/>
                  </a:lnTo>
                  <a:lnTo>
                    <a:pt x="1462951" y="18110"/>
                  </a:lnTo>
                  <a:lnTo>
                    <a:pt x="1517294" y="18110"/>
                  </a:lnTo>
                  <a:lnTo>
                    <a:pt x="1517294" y="0"/>
                  </a:lnTo>
                  <a:close/>
                </a:path>
                <a:path w="4790440" h="1385570">
                  <a:moveTo>
                    <a:pt x="1524787" y="1367396"/>
                  </a:moveTo>
                  <a:lnTo>
                    <a:pt x="1470444" y="1367396"/>
                  </a:lnTo>
                  <a:lnTo>
                    <a:pt x="1470444" y="1385506"/>
                  </a:lnTo>
                  <a:lnTo>
                    <a:pt x="1524787" y="1385506"/>
                  </a:lnTo>
                  <a:lnTo>
                    <a:pt x="1524787" y="1367396"/>
                  </a:lnTo>
                  <a:close/>
                </a:path>
                <a:path w="4790440" h="1385570">
                  <a:moveTo>
                    <a:pt x="1607578" y="0"/>
                  </a:moveTo>
                  <a:lnTo>
                    <a:pt x="1553235" y="0"/>
                  </a:lnTo>
                  <a:lnTo>
                    <a:pt x="1553235" y="18110"/>
                  </a:lnTo>
                  <a:lnTo>
                    <a:pt x="1607578" y="18110"/>
                  </a:lnTo>
                  <a:lnTo>
                    <a:pt x="1607578" y="0"/>
                  </a:lnTo>
                  <a:close/>
                </a:path>
                <a:path w="4790440" h="1385570">
                  <a:moveTo>
                    <a:pt x="1615071" y="1367396"/>
                  </a:moveTo>
                  <a:lnTo>
                    <a:pt x="1560728" y="1367396"/>
                  </a:lnTo>
                  <a:lnTo>
                    <a:pt x="1560728" y="1385506"/>
                  </a:lnTo>
                  <a:lnTo>
                    <a:pt x="1615071" y="1385506"/>
                  </a:lnTo>
                  <a:lnTo>
                    <a:pt x="1615071" y="1367396"/>
                  </a:lnTo>
                  <a:close/>
                </a:path>
                <a:path w="4790440" h="1385570">
                  <a:moveTo>
                    <a:pt x="1697863" y="0"/>
                  </a:moveTo>
                  <a:lnTo>
                    <a:pt x="1643532" y="0"/>
                  </a:lnTo>
                  <a:lnTo>
                    <a:pt x="1643532" y="18110"/>
                  </a:lnTo>
                  <a:lnTo>
                    <a:pt x="1697863" y="18110"/>
                  </a:lnTo>
                  <a:lnTo>
                    <a:pt x="1697863" y="0"/>
                  </a:lnTo>
                  <a:close/>
                </a:path>
                <a:path w="4790440" h="1385570">
                  <a:moveTo>
                    <a:pt x="1705356" y="1367396"/>
                  </a:moveTo>
                  <a:lnTo>
                    <a:pt x="1651025" y="1367396"/>
                  </a:lnTo>
                  <a:lnTo>
                    <a:pt x="1651025" y="1385506"/>
                  </a:lnTo>
                  <a:lnTo>
                    <a:pt x="1705356" y="1385506"/>
                  </a:lnTo>
                  <a:lnTo>
                    <a:pt x="1705356" y="1367396"/>
                  </a:lnTo>
                  <a:close/>
                </a:path>
                <a:path w="4790440" h="1385570">
                  <a:moveTo>
                    <a:pt x="1788147" y="0"/>
                  </a:moveTo>
                  <a:lnTo>
                    <a:pt x="1733816" y="0"/>
                  </a:lnTo>
                  <a:lnTo>
                    <a:pt x="1733816" y="18110"/>
                  </a:lnTo>
                  <a:lnTo>
                    <a:pt x="1788147" y="18110"/>
                  </a:lnTo>
                  <a:lnTo>
                    <a:pt x="1788147" y="0"/>
                  </a:lnTo>
                  <a:close/>
                </a:path>
                <a:path w="4790440" h="1385570">
                  <a:moveTo>
                    <a:pt x="1795640" y="1367396"/>
                  </a:moveTo>
                  <a:lnTo>
                    <a:pt x="1741309" y="1367396"/>
                  </a:lnTo>
                  <a:lnTo>
                    <a:pt x="1741309" y="1385506"/>
                  </a:lnTo>
                  <a:lnTo>
                    <a:pt x="1795640" y="1385506"/>
                  </a:lnTo>
                  <a:lnTo>
                    <a:pt x="1795640" y="1367396"/>
                  </a:lnTo>
                  <a:close/>
                </a:path>
                <a:path w="4790440" h="1385570">
                  <a:moveTo>
                    <a:pt x="1878431" y="0"/>
                  </a:moveTo>
                  <a:lnTo>
                    <a:pt x="1824101" y="0"/>
                  </a:lnTo>
                  <a:lnTo>
                    <a:pt x="1824101" y="18110"/>
                  </a:lnTo>
                  <a:lnTo>
                    <a:pt x="1878431" y="18110"/>
                  </a:lnTo>
                  <a:lnTo>
                    <a:pt x="1878431" y="0"/>
                  </a:lnTo>
                  <a:close/>
                </a:path>
                <a:path w="4790440" h="1385570">
                  <a:moveTo>
                    <a:pt x="1885924" y="1367396"/>
                  </a:moveTo>
                  <a:lnTo>
                    <a:pt x="1831594" y="1367396"/>
                  </a:lnTo>
                  <a:lnTo>
                    <a:pt x="1831594" y="1385506"/>
                  </a:lnTo>
                  <a:lnTo>
                    <a:pt x="1885924" y="1385506"/>
                  </a:lnTo>
                  <a:lnTo>
                    <a:pt x="1885924" y="1367396"/>
                  </a:lnTo>
                  <a:close/>
                </a:path>
                <a:path w="4790440" h="1385570">
                  <a:moveTo>
                    <a:pt x="1968715" y="0"/>
                  </a:moveTo>
                  <a:lnTo>
                    <a:pt x="1914385" y="0"/>
                  </a:lnTo>
                  <a:lnTo>
                    <a:pt x="1914385" y="18110"/>
                  </a:lnTo>
                  <a:lnTo>
                    <a:pt x="1968715" y="18110"/>
                  </a:lnTo>
                  <a:lnTo>
                    <a:pt x="1968715" y="0"/>
                  </a:lnTo>
                  <a:close/>
                </a:path>
                <a:path w="4790440" h="1385570">
                  <a:moveTo>
                    <a:pt x="1976208" y="1367396"/>
                  </a:moveTo>
                  <a:lnTo>
                    <a:pt x="1921878" y="1367396"/>
                  </a:lnTo>
                  <a:lnTo>
                    <a:pt x="1921878" y="1385506"/>
                  </a:lnTo>
                  <a:lnTo>
                    <a:pt x="1976208" y="1385506"/>
                  </a:lnTo>
                  <a:lnTo>
                    <a:pt x="1976208" y="1367396"/>
                  </a:lnTo>
                  <a:close/>
                </a:path>
                <a:path w="4790440" h="1385570">
                  <a:moveTo>
                    <a:pt x="2059000" y="0"/>
                  </a:moveTo>
                  <a:lnTo>
                    <a:pt x="2004669" y="0"/>
                  </a:lnTo>
                  <a:lnTo>
                    <a:pt x="2004669" y="18110"/>
                  </a:lnTo>
                  <a:lnTo>
                    <a:pt x="2059000" y="18110"/>
                  </a:lnTo>
                  <a:lnTo>
                    <a:pt x="2059000" y="0"/>
                  </a:lnTo>
                  <a:close/>
                </a:path>
                <a:path w="4790440" h="1385570">
                  <a:moveTo>
                    <a:pt x="2066493" y="1367396"/>
                  </a:moveTo>
                  <a:lnTo>
                    <a:pt x="2012162" y="1367396"/>
                  </a:lnTo>
                  <a:lnTo>
                    <a:pt x="2012162" y="1385506"/>
                  </a:lnTo>
                  <a:lnTo>
                    <a:pt x="2066493" y="1385506"/>
                  </a:lnTo>
                  <a:lnTo>
                    <a:pt x="2066493" y="1367396"/>
                  </a:lnTo>
                  <a:close/>
                </a:path>
                <a:path w="4790440" h="1385570">
                  <a:moveTo>
                    <a:pt x="2149284" y="0"/>
                  </a:moveTo>
                  <a:lnTo>
                    <a:pt x="2094953" y="0"/>
                  </a:lnTo>
                  <a:lnTo>
                    <a:pt x="2094953" y="18110"/>
                  </a:lnTo>
                  <a:lnTo>
                    <a:pt x="2149284" y="18110"/>
                  </a:lnTo>
                  <a:lnTo>
                    <a:pt x="2149284" y="0"/>
                  </a:lnTo>
                  <a:close/>
                </a:path>
                <a:path w="4790440" h="1385570">
                  <a:moveTo>
                    <a:pt x="2156777" y="1367396"/>
                  </a:moveTo>
                  <a:lnTo>
                    <a:pt x="2102446" y="1367396"/>
                  </a:lnTo>
                  <a:lnTo>
                    <a:pt x="2102446" y="1385506"/>
                  </a:lnTo>
                  <a:lnTo>
                    <a:pt x="2156777" y="1385506"/>
                  </a:lnTo>
                  <a:lnTo>
                    <a:pt x="2156777" y="1367396"/>
                  </a:lnTo>
                  <a:close/>
                </a:path>
                <a:path w="4790440" h="1385570">
                  <a:moveTo>
                    <a:pt x="2239568" y="0"/>
                  </a:moveTo>
                  <a:lnTo>
                    <a:pt x="2185238" y="0"/>
                  </a:lnTo>
                  <a:lnTo>
                    <a:pt x="2185238" y="18110"/>
                  </a:lnTo>
                  <a:lnTo>
                    <a:pt x="2239568" y="18110"/>
                  </a:lnTo>
                  <a:lnTo>
                    <a:pt x="2239568" y="0"/>
                  </a:lnTo>
                  <a:close/>
                </a:path>
                <a:path w="4790440" h="1385570">
                  <a:moveTo>
                    <a:pt x="2247061" y="1367396"/>
                  </a:moveTo>
                  <a:lnTo>
                    <a:pt x="2192731" y="1367396"/>
                  </a:lnTo>
                  <a:lnTo>
                    <a:pt x="2192731" y="1385506"/>
                  </a:lnTo>
                  <a:lnTo>
                    <a:pt x="2247061" y="1385506"/>
                  </a:lnTo>
                  <a:lnTo>
                    <a:pt x="2247061" y="1367396"/>
                  </a:lnTo>
                  <a:close/>
                </a:path>
                <a:path w="4790440" h="1385570">
                  <a:moveTo>
                    <a:pt x="2329865" y="0"/>
                  </a:moveTo>
                  <a:lnTo>
                    <a:pt x="2275522" y="0"/>
                  </a:lnTo>
                  <a:lnTo>
                    <a:pt x="2275522" y="18110"/>
                  </a:lnTo>
                  <a:lnTo>
                    <a:pt x="2329865" y="18110"/>
                  </a:lnTo>
                  <a:lnTo>
                    <a:pt x="2329865" y="0"/>
                  </a:lnTo>
                  <a:close/>
                </a:path>
                <a:path w="4790440" h="1385570">
                  <a:moveTo>
                    <a:pt x="2337358" y="1367396"/>
                  </a:moveTo>
                  <a:lnTo>
                    <a:pt x="2283015" y="1367396"/>
                  </a:lnTo>
                  <a:lnTo>
                    <a:pt x="2283015" y="1385506"/>
                  </a:lnTo>
                  <a:lnTo>
                    <a:pt x="2337358" y="1385506"/>
                  </a:lnTo>
                  <a:lnTo>
                    <a:pt x="2337358" y="1367396"/>
                  </a:lnTo>
                  <a:close/>
                </a:path>
                <a:path w="4790440" h="1385570">
                  <a:moveTo>
                    <a:pt x="2420150" y="0"/>
                  </a:moveTo>
                  <a:lnTo>
                    <a:pt x="2365806" y="0"/>
                  </a:lnTo>
                  <a:lnTo>
                    <a:pt x="2365806" y="18110"/>
                  </a:lnTo>
                  <a:lnTo>
                    <a:pt x="2420150" y="18110"/>
                  </a:lnTo>
                  <a:lnTo>
                    <a:pt x="2420150" y="0"/>
                  </a:lnTo>
                  <a:close/>
                </a:path>
                <a:path w="4790440" h="1385570">
                  <a:moveTo>
                    <a:pt x="2427643" y="1367396"/>
                  </a:moveTo>
                  <a:lnTo>
                    <a:pt x="2373299" y="1367396"/>
                  </a:lnTo>
                  <a:lnTo>
                    <a:pt x="2373299" y="1385506"/>
                  </a:lnTo>
                  <a:lnTo>
                    <a:pt x="2427643" y="1385506"/>
                  </a:lnTo>
                  <a:lnTo>
                    <a:pt x="2427643" y="1367396"/>
                  </a:lnTo>
                  <a:close/>
                </a:path>
                <a:path w="4790440" h="1385570">
                  <a:moveTo>
                    <a:pt x="2510434" y="0"/>
                  </a:moveTo>
                  <a:lnTo>
                    <a:pt x="2456103" y="0"/>
                  </a:lnTo>
                  <a:lnTo>
                    <a:pt x="2456103" y="18110"/>
                  </a:lnTo>
                  <a:lnTo>
                    <a:pt x="2510434" y="18110"/>
                  </a:lnTo>
                  <a:lnTo>
                    <a:pt x="2510434" y="0"/>
                  </a:lnTo>
                  <a:close/>
                </a:path>
                <a:path w="4790440" h="1385570">
                  <a:moveTo>
                    <a:pt x="2517927" y="1367396"/>
                  </a:moveTo>
                  <a:lnTo>
                    <a:pt x="2463596" y="1367396"/>
                  </a:lnTo>
                  <a:lnTo>
                    <a:pt x="2463596" y="1385506"/>
                  </a:lnTo>
                  <a:lnTo>
                    <a:pt x="2517927" y="1385506"/>
                  </a:lnTo>
                  <a:lnTo>
                    <a:pt x="2517927" y="1367396"/>
                  </a:lnTo>
                  <a:close/>
                </a:path>
                <a:path w="4790440" h="1385570">
                  <a:moveTo>
                    <a:pt x="2600718" y="0"/>
                  </a:moveTo>
                  <a:lnTo>
                    <a:pt x="2546388" y="0"/>
                  </a:lnTo>
                  <a:lnTo>
                    <a:pt x="2546388" y="18110"/>
                  </a:lnTo>
                  <a:lnTo>
                    <a:pt x="2600718" y="18110"/>
                  </a:lnTo>
                  <a:lnTo>
                    <a:pt x="2600718" y="0"/>
                  </a:lnTo>
                  <a:close/>
                </a:path>
                <a:path w="4790440" h="1385570">
                  <a:moveTo>
                    <a:pt x="2608211" y="1367396"/>
                  </a:moveTo>
                  <a:lnTo>
                    <a:pt x="2553881" y="1367396"/>
                  </a:lnTo>
                  <a:lnTo>
                    <a:pt x="2553881" y="1385506"/>
                  </a:lnTo>
                  <a:lnTo>
                    <a:pt x="2608211" y="1385506"/>
                  </a:lnTo>
                  <a:lnTo>
                    <a:pt x="2608211" y="1367396"/>
                  </a:lnTo>
                  <a:close/>
                </a:path>
                <a:path w="4790440" h="1385570">
                  <a:moveTo>
                    <a:pt x="2691003" y="0"/>
                  </a:moveTo>
                  <a:lnTo>
                    <a:pt x="2636672" y="0"/>
                  </a:lnTo>
                  <a:lnTo>
                    <a:pt x="2636672" y="18110"/>
                  </a:lnTo>
                  <a:lnTo>
                    <a:pt x="2691003" y="18110"/>
                  </a:lnTo>
                  <a:lnTo>
                    <a:pt x="2691003" y="0"/>
                  </a:lnTo>
                  <a:close/>
                </a:path>
                <a:path w="4790440" h="1385570">
                  <a:moveTo>
                    <a:pt x="2698496" y="1367396"/>
                  </a:moveTo>
                  <a:lnTo>
                    <a:pt x="2644165" y="1367396"/>
                  </a:lnTo>
                  <a:lnTo>
                    <a:pt x="2644165" y="1385506"/>
                  </a:lnTo>
                  <a:lnTo>
                    <a:pt x="2698496" y="1385506"/>
                  </a:lnTo>
                  <a:lnTo>
                    <a:pt x="2698496" y="1367396"/>
                  </a:lnTo>
                  <a:close/>
                </a:path>
                <a:path w="4790440" h="1385570">
                  <a:moveTo>
                    <a:pt x="2781287" y="0"/>
                  </a:moveTo>
                  <a:lnTo>
                    <a:pt x="2726956" y="0"/>
                  </a:lnTo>
                  <a:lnTo>
                    <a:pt x="2726956" y="18110"/>
                  </a:lnTo>
                  <a:lnTo>
                    <a:pt x="2781287" y="18110"/>
                  </a:lnTo>
                  <a:lnTo>
                    <a:pt x="2781287" y="0"/>
                  </a:lnTo>
                  <a:close/>
                </a:path>
                <a:path w="4790440" h="1385570">
                  <a:moveTo>
                    <a:pt x="2788780" y="1367396"/>
                  </a:moveTo>
                  <a:lnTo>
                    <a:pt x="2734449" y="1367396"/>
                  </a:lnTo>
                  <a:lnTo>
                    <a:pt x="2734449" y="1385506"/>
                  </a:lnTo>
                  <a:lnTo>
                    <a:pt x="2788780" y="1385506"/>
                  </a:lnTo>
                  <a:lnTo>
                    <a:pt x="2788780" y="1367396"/>
                  </a:lnTo>
                  <a:close/>
                </a:path>
                <a:path w="4790440" h="1385570">
                  <a:moveTo>
                    <a:pt x="2871571" y="0"/>
                  </a:moveTo>
                  <a:lnTo>
                    <a:pt x="2817241" y="0"/>
                  </a:lnTo>
                  <a:lnTo>
                    <a:pt x="2817241" y="18110"/>
                  </a:lnTo>
                  <a:lnTo>
                    <a:pt x="2871571" y="18110"/>
                  </a:lnTo>
                  <a:lnTo>
                    <a:pt x="2871571" y="0"/>
                  </a:lnTo>
                  <a:close/>
                </a:path>
                <a:path w="4790440" h="1385570">
                  <a:moveTo>
                    <a:pt x="2879064" y="1367396"/>
                  </a:moveTo>
                  <a:lnTo>
                    <a:pt x="2824734" y="1367396"/>
                  </a:lnTo>
                  <a:lnTo>
                    <a:pt x="2824734" y="1385506"/>
                  </a:lnTo>
                  <a:lnTo>
                    <a:pt x="2879064" y="1385506"/>
                  </a:lnTo>
                  <a:lnTo>
                    <a:pt x="2879064" y="1367396"/>
                  </a:lnTo>
                  <a:close/>
                </a:path>
                <a:path w="4790440" h="1385570">
                  <a:moveTo>
                    <a:pt x="2961856" y="0"/>
                  </a:moveTo>
                  <a:lnTo>
                    <a:pt x="2907525" y="0"/>
                  </a:lnTo>
                  <a:lnTo>
                    <a:pt x="2907525" y="18110"/>
                  </a:lnTo>
                  <a:lnTo>
                    <a:pt x="2961856" y="18110"/>
                  </a:lnTo>
                  <a:lnTo>
                    <a:pt x="2961856" y="0"/>
                  </a:lnTo>
                  <a:close/>
                </a:path>
                <a:path w="4790440" h="1385570">
                  <a:moveTo>
                    <a:pt x="2969349" y="1367396"/>
                  </a:moveTo>
                  <a:lnTo>
                    <a:pt x="2915018" y="1367396"/>
                  </a:lnTo>
                  <a:lnTo>
                    <a:pt x="2915018" y="1385506"/>
                  </a:lnTo>
                  <a:lnTo>
                    <a:pt x="2969349" y="1385506"/>
                  </a:lnTo>
                  <a:lnTo>
                    <a:pt x="2969349" y="1367396"/>
                  </a:lnTo>
                  <a:close/>
                </a:path>
                <a:path w="4790440" h="1385570">
                  <a:moveTo>
                    <a:pt x="3052140" y="0"/>
                  </a:moveTo>
                  <a:lnTo>
                    <a:pt x="2997809" y="0"/>
                  </a:lnTo>
                  <a:lnTo>
                    <a:pt x="2997809" y="18110"/>
                  </a:lnTo>
                  <a:lnTo>
                    <a:pt x="3052140" y="18110"/>
                  </a:lnTo>
                  <a:lnTo>
                    <a:pt x="3052140" y="0"/>
                  </a:lnTo>
                  <a:close/>
                </a:path>
                <a:path w="4790440" h="1385570">
                  <a:moveTo>
                    <a:pt x="3059633" y="1367396"/>
                  </a:moveTo>
                  <a:lnTo>
                    <a:pt x="3005302" y="1367396"/>
                  </a:lnTo>
                  <a:lnTo>
                    <a:pt x="3005302" y="1385506"/>
                  </a:lnTo>
                  <a:lnTo>
                    <a:pt x="3059633" y="1385506"/>
                  </a:lnTo>
                  <a:lnTo>
                    <a:pt x="3059633" y="1367396"/>
                  </a:lnTo>
                  <a:close/>
                </a:path>
                <a:path w="4790440" h="1385570">
                  <a:moveTo>
                    <a:pt x="3142437" y="0"/>
                  </a:moveTo>
                  <a:lnTo>
                    <a:pt x="3088094" y="0"/>
                  </a:lnTo>
                  <a:lnTo>
                    <a:pt x="3088094" y="18110"/>
                  </a:lnTo>
                  <a:lnTo>
                    <a:pt x="3142437" y="18110"/>
                  </a:lnTo>
                  <a:lnTo>
                    <a:pt x="3142437" y="0"/>
                  </a:lnTo>
                  <a:close/>
                </a:path>
                <a:path w="4790440" h="1385570">
                  <a:moveTo>
                    <a:pt x="3149930" y="1367396"/>
                  </a:moveTo>
                  <a:lnTo>
                    <a:pt x="3095587" y="1367396"/>
                  </a:lnTo>
                  <a:lnTo>
                    <a:pt x="3095587" y="1385506"/>
                  </a:lnTo>
                  <a:lnTo>
                    <a:pt x="3149930" y="1385506"/>
                  </a:lnTo>
                  <a:lnTo>
                    <a:pt x="3149930" y="1367396"/>
                  </a:lnTo>
                  <a:close/>
                </a:path>
                <a:path w="4790440" h="1385570">
                  <a:moveTo>
                    <a:pt x="3232721" y="0"/>
                  </a:moveTo>
                  <a:lnTo>
                    <a:pt x="3178378" y="0"/>
                  </a:lnTo>
                  <a:lnTo>
                    <a:pt x="3178378" y="18110"/>
                  </a:lnTo>
                  <a:lnTo>
                    <a:pt x="3232721" y="18110"/>
                  </a:lnTo>
                  <a:lnTo>
                    <a:pt x="3232721" y="0"/>
                  </a:lnTo>
                  <a:close/>
                </a:path>
                <a:path w="4790440" h="1385570">
                  <a:moveTo>
                    <a:pt x="3240214" y="1367396"/>
                  </a:moveTo>
                  <a:lnTo>
                    <a:pt x="3185871" y="1367396"/>
                  </a:lnTo>
                  <a:lnTo>
                    <a:pt x="3185871" y="1385506"/>
                  </a:lnTo>
                  <a:lnTo>
                    <a:pt x="3240214" y="1385506"/>
                  </a:lnTo>
                  <a:lnTo>
                    <a:pt x="3240214" y="1367396"/>
                  </a:lnTo>
                  <a:close/>
                </a:path>
                <a:path w="4790440" h="1385570">
                  <a:moveTo>
                    <a:pt x="3323005" y="0"/>
                  </a:moveTo>
                  <a:lnTo>
                    <a:pt x="3268675" y="0"/>
                  </a:lnTo>
                  <a:lnTo>
                    <a:pt x="3268675" y="18110"/>
                  </a:lnTo>
                  <a:lnTo>
                    <a:pt x="3323005" y="18110"/>
                  </a:lnTo>
                  <a:lnTo>
                    <a:pt x="3323005" y="0"/>
                  </a:lnTo>
                  <a:close/>
                </a:path>
                <a:path w="4790440" h="1385570">
                  <a:moveTo>
                    <a:pt x="3330498" y="1367396"/>
                  </a:moveTo>
                  <a:lnTo>
                    <a:pt x="3276168" y="1367396"/>
                  </a:lnTo>
                  <a:lnTo>
                    <a:pt x="3276168" y="1385506"/>
                  </a:lnTo>
                  <a:lnTo>
                    <a:pt x="3330498" y="1385506"/>
                  </a:lnTo>
                  <a:lnTo>
                    <a:pt x="3330498" y="1367396"/>
                  </a:lnTo>
                  <a:close/>
                </a:path>
                <a:path w="4790440" h="1385570">
                  <a:moveTo>
                    <a:pt x="3413290" y="0"/>
                  </a:moveTo>
                  <a:lnTo>
                    <a:pt x="3358959" y="0"/>
                  </a:lnTo>
                  <a:lnTo>
                    <a:pt x="3358959" y="18110"/>
                  </a:lnTo>
                  <a:lnTo>
                    <a:pt x="3413290" y="18110"/>
                  </a:lnTo>
                  <a:lnTo>
                    <a:pt x="3413290" y="0"/>
                  </a:lnTo>
                  <a:close/>
                </a:path>
                <a:path w="4790440" h="1385570">
                  <a:moveTo>
                    <a:pt x="3420783" y="1367396"/>
                  </a:moveTo>
                  <a:lnTo>
                    <a:pt x="3366452" y="1367396"/>
                  </a:lnTo>
                  <a:lnTo>
                    <a:pt x="3366452" y="1385506"/>
                  </a:lnTo>
                  <a:lnTo>
                    <a:pt x="3420783" y="1385506"/>
                  </a:lnTo>
                  <a:lnTo>
                    <a:pt x="3420783" y="1367396"/>
                  </a:lnTo>
                  <a:close/>
                </a:path>
                <a:path w="4790440" h="1385570">
                  <a:moveTo>
                    <a:pt x="3503574" y="0"/>
                  </a:moveTo>
                  <a:lnTo>
                    <a:pt x="3449243" y="0"/>
                  </a:lnTo>
                  <a:lnTo>
                    <a:pt x="3449243" y="18110"/>
                  </a:lnTo>
                  <a:lnTo>
                    <a:pt x="3503574" y="18110"/>
                  </a:lnTo>
                  <a:lnTo>
                    <a:pt x="3503574" y="0"/>
                  </a:lnTo>
                  <a:close/>
                </a:path>
                <a:path w="4790440" h="1385570">
                  <a:moveTo>
                    <a:pt x="3511067" y="1367396"/>
                  </a:moveTo>
                  <a:lnTo>
                    <a:pt x="3456736" y="1367396"/>
                  </a:lnTo>
                  <a:lnTo>
                    <a:pt x="3456736" y="1385506"/>
                  </a:lnTo>
                  <a:lnTo>
                    <a:pt x="3511067" y="1385506"/>
                  </a:lnTo>
                  <a:lnTo>
                    <a:pt x="3511067" y="1367396"/>
                  </a:lnTo>
                  <a:close/>
                </a:path>
                <a:path w="4790440" h="1385570">
                  <a:moveTo>
                    <a:pt x="3593858" y="0"/>
                  </a:moveTo>
                  <a:lnTo>
                    <a:pt x="3539528" y="0"/>
                  </a:lnTo>
                  <a:lnTo>
                    <a:pt x="3539528" y="18110"/>
                  </a:lnTo>
                  <a:lnTo>
                    <a:pt x="3593858" y="18110"/>
                  </a:lnTo>
                  <a:lnTo>
                    <a:pt x="3593858" y="0"/>
                  </a:lnTo>
                  <a:close/>
                </a:path>
                <a:path w="4790440" h="1385570">
                  <a:moveTo>
                    <a:pt x="3601351" y="1367396"/>
                  </a:moveTo>
                  <a:lnTo>
                    <a:pt x="3547021" y="1367396"/>
                  </a:lnTo>
                  <a:lnTo>
                    <a:pt x="3547021" y="1385506"/>
                  </a:lnTo>
                  <a:lnTo>
                    <a:pt x="3601351" y="1385506"/>
                  </a:lnTo>
                  <a:lnTo>
                    <a:pt x="3601351" y="1367396"/>
                  </a:lnTo>
                  <a:close/>
                </a:path>
                <a:path w="4790440" h="1385570">
                  <a:moveTo>
                    <a:pt x="3684143" y="0"/>
                  </a:moveTo>
                  <a:lnTo>
                    <a:pt x="3629812" y="0"/>
                  </a:lnTo>
                  <a:lnTo>
                    <a:pt x="3629812" y="18110"/>
                  </a:lnTo>
                  <a:lnTo>
                    <a:pt x="3684143" y="18110"/>
                  </a:lnTo>
                  <a:lnTo>
                    <a:pt x="3684143" y="0"/>
                  </a:lnTo>
                  <a:close/>
                </a:path>
                <a:path w="4790440" h="1385570">
                  <a:moveTo>
                    <a:pt x="3691636" y="1367396"/>
                  </a:moveTo>
                  <a:lnTo>
                    <a:pt x="3637305" y="1367396"/>
                  </a:lnTo>
                  <a:lnTo>
                    <a:pt x="3637305" y="1385506"/>
                  </a:lnTo>
                  <a:lnTo>
                    <a:pt x="3691636" y="1385506"/>
                  </a:lnTo>
                  <a:lnTo>
                    <a:pt x="3691636" y="1367396"/>
                  </a:lnTo>
                  <a:close/>
                </a:path>
                <a:path w="4790440" h="1385570">
                  <a:moveTo>
                    <a:pt x="3774427" y="0"/>
                  </a:moveTo>
                  <a:lnTo>
                    <a:pt x="3720096" y="0"/>
                  </a:lnTo>
                  <a:lnTo>
                    <a:pt x="3720096" y="18110"/>
                  </a:lnTo>
                  <a:lnTo>
                    <a:pt x="3774427" y="18110"/>
                  </a:lnTo>
                  <a:lnTo>
                    <a:pt x="3774427" y="0"/>
                  </a:lnTo>
                  <a:close/>
                </a:path>
                <a:path w="4790440" h="1385570">
                  <a:moveTo>
                    <a:pt x="3781920" y="1367396"/>
                  </a:moveTo>
                  <a:lnTo>
                    <a:pt x="3727589" y="1367396"/>
                  </a:lnTo>
                  <a:lnTo>
                    <a:pt x="3727589" y="1385506"/>
                  </a:lnTo>
                  <a:lnTo>
                    <a:pt x="3781920" y="1385506"/>
                  </a:lnTo>
                  <a:lnTo>
                    <a:pt x="3781920" y="1367396"/>
                  </a:lnTo>
                  <a:close/>
                </a:path>
                <a:path w="4790440" h="1385570">
                  <a:moveTo>
                    <a:pt x="3864711" y="0"/>
                  </a:moveTo>
                  <a:lnTo>
                    <a:pt x="3810381" y="0"/>
                  </a:lnTo>
                  <a:lnTo>
                    <a:pt x="3810381" y="18110"/>
                  </a:lnTo>
                  <a:lnTo>
                    <a:pt x="3864711" y="18110"/>
                  </a:lnTo>
                  <a:lnTo>
                    <a:pt x="3864711" y="0"/>
                  </a:lnTo>
                  <a:close/>
                </a:path>
                <a:path w="4790440" h="1385570">
                  <a:moveTo>
                    <a:pt x="3872204" y="1367396"/>
                  </a:moveTo>
                  <a:lnTo>
                    <a:pt x="3817874" y="1367396"/>
                  </a:lnTo>
                  <a:lnTo>
                    <a:pt x="3817874" y="1385506"/>
                  </a:lnTo>
                  <a:lnTo>
                    <a:pt x="3872204" y="1385506"/>
                  </a:lnTo>
                  <a:lnTo>
                    <a:pt x="3872204" y="1367396"/>
                  </a:lnTo>
                  <a:close/>
                </a:path>
                <a:path w="4790440" h="1385570">
                  <a:moveTo>
                    <a:pt x="3955008" y="0"/>
                  </a:moveTo>
                  <a:lnTo>
                    <a:pt x="3900665" y="0"/>
                  </a:lnTo>
                  <a:lnTo>
                    <a:pt x="3900665" y="18110"/>
                  </a:lnTo>
                  <a:lnTo>
                    <a:pt x="3955008" y="18110"/>
                  </a:lnTo>
                  <a:lnTo>
                    <a:pt x="3955008" y="0"/>
                  </a:lnTo>
                  <a:close/>
                </a:path>
                <a:path w="4790440" h="1385570">
                  <a:moveTo>
                    <a:pt x="3962501" y="1367396"/>
                  </a:moveTo>
                  <a:lnTo>
                    <a:pt x="3908158" y="1367396"/>
                  </a:lnTo>
                  <a:lnTo>
                    <a:pt x="3908158" y="1385506"/>
                  </a:lnTo>
                  <a:lnTo>
                    <a:pt x="3962501" y="1385506"/>
                  </a:lnTo>
                  <a:lnTo>
                    <a:pt x="3962501" y="1367396"/>
                  </a:lnTo>
                  <a:close/>
                </a:path>
                <a:path w="4790440" h="1385570">
                  <a:moveTo>
                    <a:pt x="4045293" y="0"/>
                  </a:moveTo>
                  <a:lnTo>
                    <a:pt x="3990949" y="0"/>
                  </a:lnTo>
                  <a:lnTo>
                    <a:pt x="3990949" y="18110"/>
                  </a:lnTo>
                  <a:lnTo>
                    <a:pt x="4045293" y="18110"/>
                  </a:lnTo>
                  <a:lnTo>
                    <a:pt x="4045293" y="0"/>
                  </a:lnTo>
                  <a:close/>
                </a:path>
                <a:path w="4790440" h="1385570">
                  <a:moveTo>
                    <a:pt x="4052786" y="1367396"/>
                  </a:moveTo>
                  <a:lnTo>
                    <a:pt x="3998442" y="1367396"/>
                  </a:lnTo>
                  <a:lnTo>
                    <a:pt x="3998442" y="1385506"/>
                  </a:lnTo>
                  <a:lnTo>
                    <a:pt x="4052786" y="1385506"/>
                  </a:lnTo>
                  <a:lnTo>
                    <a:pt x="4052786" y="1367396"/>
                  </a:lnTo>
                  <a:close/>
                </a:path>
                <a:path w="4790440" h="1385570">
                  <a:moveTo>
                    <a:pt x="4135577" y="0"/>
                  </a:moveTo>
                  <a:lnTo>
                    <a:pt x="4081234" y="0"/>
                  </a:lnTo>
                  <a:lnTo>
                    <a:pt x="4081234" y="18110"/>
                  </a:lnTo>
                  <a:lnTo>
                    <a:pt x="4135577" y="18110"/>
                  </a:lnTo>
                  <a:lnTo>
                    <a:pt x="4135577" y="0"/>
                  </a:lnTo>
                  <a:close/>
                </a:path>
                <a:path w="4790440" h="1385570">
                  <a:moveTo>
                    <a:pt x="4143070" y="1367396"/>
                  </a:moveTo>
                  <a:lnTo>
                    <a:pt x="4088739" y="1367396"/>
                  </a:lnTo>
                  <a:lnTo>
                    <a:pt x="4088739" y="1385506"/>
                  </a:lnTo>
                  <a:lnTo>
                    <a:pt x="4143070" y="1385506"/>
                  </a:lnTo>
                  <a:lnTo>
                    <a:pt x="4143070" y="1367396"/>
                  </a:lnTo>
                  <a:close/>
                </a:path>
                <a:path w="4790440" h="1385570">
                  <a:moveTo>
                    <a:pt x="4225861" y="0"/>
                  </a:moveTo>
                  <a:lnTo>
                    <a:pt x="4171531" y="0"/>
                  </a:lnTo>
                  <a:lnTo>
                    <a:pt x="4171531" y="18110"/>
                  </a:lnTo>
                  <a:lnTo>
                    <a:pt x="4225861" y="18110"/>
                  </a:lnTo>
                  <a:lnTo>
                    <a:pt x="4225861" y="0"/>
                  </a:lnTo>
                  <a:close/>
                </a:path>
                <a:path w="4790440" h="1385570">
                  <a:moveTo>
                    <a:pt x="4233354" y="1367396"/>
                  </a:moveTo>
                  <a:lnTo>
                    <a:pt x="4179024" y="1367396"/>
                  </a:lnTo>
                  <a:lnTo>
                    <a:pt x="4179024" y="1385506"/>
                  </a:lnTo>
                  <a:lnTo>
                    <a:pt x="4233354" y="1385506"/>
                  </a:lnTo>
                  <a:lnTo>
                    <a:pt x="4233354" y="1367396"/>
                  </a:lnTo>
                  <a:close/>
                </a:path>
                <a:path w="4790440" h="1385570">
                  <a:moveTo>
                    <a:pt x="4316146" y="0"/>
                  </a:moveTo>
                  <a:lnTo>
                    <a:pt x="4261815" y="0"/>
                  </a:lnTo>
                  <a:lnTo>
                    <a:pt x="4261815" y="18110"/>
                  </a:lnTo>
                  <a:lnTo>
                    <a:pt x="4316146" y="18110"/>
                  </a:lnTo>
                  <a:lnTo>
                    <a:pt x="4316146" y="0"/>
                  </a:lnTo>
                  <a:close/>
                </a:path>
                <a:path w="4790440" h="1385570">
                  <a:moveTo>
                    <a:pt x="4323639" y="1367396"/>
                  </a:moveTo>
                  <a:lnTo>
                    <a:pt x="4269308" y="1367396"/>
                  </a:lnTo>
                  <a:lnTo>
                    <a:pt x="4269308" y="1385506"/>
                  </a:lnTo>
                  <a:lnTo>
                    <a:pt x="4323639" y="1385506"/>
                  </a:lnTo>
                  <a:lnTo>
                    <a:pt x="4323639" y="1367396"/>
                  </a:lnTo>
                  <a:close/>
                </a:path>
                <a:path w="4790440" h="1385570">
                  <a:moveTo>
                    <a:pt x="4406430" y="0"/>
                  </a:moveTo>
                  <a:lnTo>
                    <a:pt x="4352099" y="0"/>
                  </a:lnTo>
                  <a:lnTo>
                    <a:pt x="4352099" y="18110"/>
                  </a:lnTo>
                  <a:lnTo>
                    <a:pt x="4406430" y="18110"/>
                  </a:lnTo>
                  <a:lnTo>
                    <a:pt x="4406430" y="0"/>
                  </a:lnTo>
                  <a:close/>
                </a:path>
                <a:path w="4790440" h="1385570">
                  <a:moveTo>
                    <a:pt x="4413923" y="1367396"/>
                  </a:moveTo>
                  <a:lnTo>
                    <a:pt x="4359592" y="1367396"/>
                  </a:lnTo>
                  <a:lnTo>
                    <a:pt x="4359592" y="1385506"/>
                  </a:lnTo>
                  <a:lnTo>
                    <a:pt x="4413923" y="1385506"/>
                  </a:lnTo>
                  <a:lnTo>
                    <a:pt x="4413923" y="1367396"/>
                  </a:lnTo>
                  <a:close/>
                </a:path>
                <a:path w="4790440" h="1385570">
                  <a:moveTo>
                    <a:pt x="4496714" y="0"/>
                  </a:moveTo>
                  <a:lnTo>
                    <a:pt x="4442384" y="0"/>
                  </a:lnTo>
                  <a:lnTo>
                    <a:pt x="4442384" y="18110"/>
                  </a:lnTo>
                  <a:lnTo>
                    <a:pt x="4496714" y="18110"/>
                  </a:lnTo>
                  <a:lnTo>
                    <a:pt x="4496714" y="0"/>
                  </a:lnTo>
                  <a:close/>
                </a:path>
                <a:path w="4790440" h="1385570">
                  <a:moveTo>
                    <a:pt x="4504207" y="1367396"/>
                  </a:moveTo>
                  <a:lnTo>
                    <a:pt x="4449877" y="1367396"/>
                  </a:lnTo>
                  <a:lnTo>
                    <a:pt x="4449877" y="1385506"/>
                  </a:lnTo>
                  <a:lnTo>
                    <a:pt x="4504207" y="1385506"/>
                  </a:lnTo>
                  <a:lnTo>
                    <a:pt x="4504207" y="1367396"/>
                  </a:lnTo>
                  <a:close/>
                </a:path>
                <a:path w="4790440" h="1385570">
                  <a:moveTo>
                    <a:pt x="4586998" y="0"/>
                  </a:moveTo>
                  <a:lnTo>
                    <a:pt x="4532668" y="0"/>
                  </a:lnTo>
                  <a:lnTo>
                    <a:pt x="4532668" y="18110"/>
                  </a:lnTo>
                  <a:lnTo>
                    <a:pt x="4586998" y="18110"/>
                  </a:lnTo>
                  <a:lnTo>
                    <a:pt x="4586998" y="0"/>
                  </a:lnTo>
                  <a:close/>
                </a:path>
                <a:path w="4790440" h="1385570">
                  <a:moveTo>
                    <a:pt x="4594491" y="1367396"/>
                  </a:moveTo>
                  <a:lnTo>
                    <a:pt x="4540161" y="1367396"/>
                  </a:lnTo>
                  <a:lnTo>
                    <a:pt x="4540161" y="1385506"/>
                  </a:lnTo>
                  <a:lnTo>
                    <a:pt x="4594491" y="1385506"/>
                  </a:lnTo>
                  <a:lnTo>
                    <a:pt x="4594491" y="1367396"/>
                  </a:lnTo>
                  <a:close/>
                </a:path>
                <a:path w="4790440" h="1385570">
                  <a:moveTo>
                    <a:pt x="4677283" y="0"/>
                  </a:moveTo>
                  <a:lnTo>
                    <a:pt x="4622952" y="0"/>
                  </a:lnTo>
                  <a:lnTo>
                    <a:pt x="4622952" y="18110"/>
                  </a:lnTo>
                  <a:lnTo>
                    <a:pt x="4677283" y="18110"/>
                  </a:lnTo>
                  <a:lnTo>
                    <a:pt x="4677283" y="0"/>
                  </a:lnTo>
                  <a:close/>
                </a:path>
                <a:path w="4790440" h="1385570">
                  <a:moveTo>
                    <a:pt x="4684890" y="1385354"/>
                  </a:moveTo>
                  <a:lnTo>
                    <a:pt x="4684369" y="1367396"/>
                  </a:lnTo>
                  <a:lnTo>
                    <a:pt x="4630445" y="1367396"/>
                  </a:lnTo>
                  <a:lnTo>
                    <a:pt x="4630445" y="1385506"/>
                  </a:lnTo>
                  <a:lnTo>
                    <a:pt x="4681753" y="1385506"/>
                  </a:lnTo>
                  <a:lnTo>
                    <a:pt x="4684890" y="1385354"/>
                  </a:lnTo>
                  <a:close/>
                </a:path>
                <a:path w="4790440" h="1385570">
                  <a:moveTo>
                    <a:pt x="4764646" y="38493"/>
                  </a:moveTo>
                  <a:lnTo>
                    <a:pt x="4733023" y="12839"/>
                  </a:lnTo>
                  <a:lnTo>
                    <a:pt x="4715421" y="5435"/>
                  </a:lnTo>
                  <a:lnTo>
                    <a:pt x="4709807" y="22631"/>
                  </a:lnTo>
                  <a:lnTo>
                    <a:pt x="4716399" y="25006"/>
                  </a:lnTo>
                  <a:lnTo>
                    <a:pt x="4724476" y="28816"/>
                  </a:lnTo>
                  <a:lnTo>
                    <a:pt x="4732071" y="33350"/>
                  </a:lnTo>
                  <a:lnTo>
                    <a:pt x="4739170" y="38633"/>
                  </a:lnTo>
                  <a:lnTo>
                    <a:pt x="4745774" y="44627"/>
                  </a:lnTo>
                  <a:lnTo>
                    <a:pt x="4750828" y="50190"/>
                  </a:lnTo>
                  <a:lnTo>
                    <a:pt x="4764646" y="38493"/>
                  </a:lnTo>
                  <a:close/>
                </a:path>
                <a:path w="4790440" h="1385570">
                  <a:moveTo>
                    <a:pt x="4769726" y="1340434"/>
                  </a:moveTo>
                  <a:lnTo>
                    <a:pt x="4755070" y="1329842"/>
                  </a:lnTo>
                  <a:lnTo>
                    <a:pt x="4751781" y="1334262"/>
                  </a:lnTo>
                  <a:lnTo>
                    <a:pt x="4745774" y="1340866"/>
                  </a:lnTo>
                  <a:lnTo>
                    <a:pt x="4739170" y="1346873"/>
                  </a:lnTo>
                  <a:lnTo>
                    <a:pt x="4732071" y="1352143"/>
                  </a:lnTo>
                  <a:lnTo>
                    <a:pt x="4724476" y="1356690"/>
                  </a:lnTo>
                  <a:lnTo>
                    <a:pt x="4716450" y="1360474"/>
                  </a:lnTo>
                  <a:lnTo>
                    <a:pt x="4723396" y="1377213"/>
                  </a:lnTo>
                  <a:lnTo>
                    <a:pt x="4758588" y="1353680"/>
                  </a:lnTo>
                  <a:lnTo>
                    <a:pt x="4765789" y="1345742"/>
                  </a:lnTo>
                  <a:lnTo>
                    <a:pt x="4769726" y="1340434"/>
                  </a:lnTo>
                  <a:close/>
                </a:path>
                <a:path w="4790440" h="1385570">
                  <a:moveTo>
                    <a:pt x="4790414" y="1248689"/>
                  </a:moveTo>
                  <a:lnTo>
                    <a:pt x="4772304" y="1248689"/>
                  </a:lnTo>
                  <a:lnTo>
                    <a:pt x="4772304" y="1276832"/>
                  </a:lnTo>
                  <a:lnTo>
                    <a:pt x="4771872" y="1285760"/>
                  </a:lnTo>
                  <a:lnTo>
                    <a:pt x="4770577" y="1294511"/>
                  </a:lnTo>
                  <a:lnTo>
                    <a:pt x="4769180" y="1300099"/>
                  </a:lnTo>
                  <a:lnTo>
                    <a:pt x="4786668" y="1304747"/>
                  </a:lnTo>
                  <a:lnTo>
                    <a:pt x="4788344" y="1298041"/>
                  </a:lnTo>
                  <a:lnTo>
                    <a:pt x="4789894" y="1287538"/>
                  </a:lnTo>
                  <a:lnTo>
                    <a:pt x="4789983" y="1285760"/>
                  </a:lnTo>
                  <a:lnTo>
                    <a:pt x="4790414" y="1276832"/>
                  </a:lnTo>
                  <a:lnTo>
                    <a:pt x="4790414" y="1248689"/>
                  </a:lnTo>
                  <a:close/>
                </a:path>
                <a:path w="4790440" h="1385570">
                  <a:moveTo>
                    <a:pt x="4790414" y="1158405"/>
                  </a:moveTo>
                  <a:lnTo>
                    <a:pt x="4772304" y="1158405"/>
                  </a:lnTo>
                  <a:lnTo>
                    <a:pt x="4772304" y="1212748"/>
                  </a:lnTo>
                  <a:lnTo>
                    <a:pt x="4790414" y="1212748"/>
                  </a:lnTo>
                  <a:lnTo>
                    <a:pt x="4790414" y="1158405"/>
                  </a:lnTo>
                  <a:close/>
                </a:path>
                <a:path w="4790440" h="1385570">
                  <a:moveTo>
                    <a:pt x="4790414" y="1068120"/>
                  </a:moveTo>
                  <a:lnTo>
                    <a:pt x="4772304" y="1068120"/>
                  </a:lnTo>
                  <a:lnTo>
                    <a:pt x="4772304" y="1122451"/>
                  </a:lnTo>
                  <a:lnTo>
                    <a:pt x="4790414" y="1122451"/>
                  </a:lnTo>
                  <a:lnTo>
                    <a:pt x="4790414" y="1068120"/>
                  </a:lnTo>
                  <a:close/>
                </a:path>
                <a:path w="4790440" h="1385570">
                  <a:moveTo>
                    <a:pt x="4790414" y="977836"/>
                  </a:moveTo>
                  <a:lnTo>
                    <a:pt x="4772304" y="977836"/>
                  </a:lnTo>
                  <a:lnTo>
                    <a:pt x="4772304" y="1032167"/>
                  </a:lnTo>
                  <a:lnTo>
                    <a:pt x="4790414" y="1032167"/>
                  </a:lnTo>
                  <a:lnTo>
                    <a:pt x="4790414" y="977836"/>
                  </a:lnTo>
                  <a:close/>
                </a:path>
                <a:path w="4790440" h="1385570">
                  <a:moveTo>
                    <a:pt x="4790414" y="887552"/>
                  </a:moveTo>
                  <a:lnTo>
                    <a:pt x="4772304" y="887552"/>
                  </a:lnTo>
                  <a:lnTo>
                    <a:pt x="4772304" y="941882"/>
                  </a:lnTo>
                  <a:lnTo>
                    <a:pt x="4790414" y="941882"/>
                  </a:lnTo>
                  <a:lnTo>
                    <a:pt x="4790414" y="887552"/>
                  </a:lnTo>
                  <a:close/>
                </a:path>
                <a:path w="4790440" h="1385570">
                  <a:moveTo>
                    <a:pt x="4790414" y="797267"/>
                  </a:moveTo>
                  <a:lnTo>
                    <a:pt x="4772304" y="797267"/>
                  </a:lnTo>
                  <a:lnTo>
                    <a:pt x="4772304" y="851598"/>
                  </a:lnTo>
                  <a:lnTo>
                    <a:pt x="4790414" y="851598"/>
                  </a:lnTo>
                  <a:lnTo>
                    <a:pt x="4790414" y="797267"/>
                  </a:lnTo>
                  <a:close/>
                </a:path>
                <a:path w="4790440" h="1385570">
                  <a:moveTo>
                    <a:pt x="4790414" y="706983"/>
                  </a:moveTo>
                  <a:lnTo>
                    <a:pt x="4772304" y="706983"/>
                  </a:lnTo>
                  <a:lnTo>
                    <a:pt x="4772304" y="761314"/>
                  </a:lnTo>
                  <a:lnTo>
                    <a:pt x="4790414" y="761314"/>
                  </a:lnTo>
                  <a:lnTo>
                    <a:pt x="4790414" y="706983"/>
                  </a:lnTo>
                  <a:close/>
                </a:path>
                <a:path w="4790440" h="1385570">
                  <a:moveTo>
                    <a:pt x="4790414" y="616699"/>
                  </a:moveTo>
                  <a:lnTo>
                    <a:pt x="4772304" y="616699"/>
                  </a:lnTo>
                  <a:lnTo>
                    <a:pt x="4772304" y="671029"/>
                  </a:lnTo>
                  <a:lnTo>
                    <a:pt x="4790414" y="671029"/>
                  </a:lnTo>
                  <a:lnTo>
                    <a:pt x="4790414" y="616699"/>
                  </a:lnTo>
                  <a:close/>
                </a:path>
                <a:path w="4790440" h="1385570">
                  <a:moveTo>
                    <a:pt x="4790414" y="526415"/>
                  </a:moveTo>
                  <a:lnTo>
                    <a:pt x="4772304" y="526415"/>
                  </a:lnTo>
                  <a:lnTo>
                    <a:pt x="4772304" y="580745"/>
                  </a:lnTo>
                  <a:lnTo>
                    <a:pt x="4790414" y="580745"/>
                  </a:lnTo>
                  <a:lnTo>
                    <a:pt x="4790414" y="526415"/>
                  </a:lnTo>
                  <a:close/>
                </a:path>
                <a:path w="4790440" h="1385570">
                  <a:moveTo>
                    <a:pt x="4790414" y="436118"/>
                  </a:moveTo>
                  <a:lnTo>
                    <a:pt x="4772304" y="436118"/>
                  </a:lnTo>
                  <a:lnTo>
                    <a:pt x="4772304" y="490461"/>
                  </a:lnTo>
                  <a:lnTo>
                    <a:pt x="4790414" y="490461"/>
                  </a:lnTo>
                  <a:lnTo>
                    <a:pt x="4790414" y="436118"/>
                  </a:lnTo>
                  <a:close/>
                </a:path>
                <a:path w="4790440" h="1385570">
                  <a:moveTo>
                    <a:pt x="4790414" y="345833"/>
                  </a:moveTo>
                  <a:lnTo>
                    <a:pt x="4772304" y="345833"/>
                  </a:lnTo>
                  <a:lnTo>
                    <a:pt x="4772304" y="400177"/>
                  </a:lnTo>
                  <a:lnTo>
                    <a:pt x="4790414" y="400177"/>
                  </a:lnTo>
                  <a:lnTo>
                    <a:pt x="4790414" y="345833"/>
                  </a:lnTo>
                  <a:close/>
                </a:path>
                <a:path w="4790440" h="1385570">
                  <a:moveTo>
                    <a:pt x="4790414" y="255549"/>
                  </a:moveTo>
                  <a:lnTo>
                    <a:pt x="4772304" y="255549"/>
                  </a:lnTo>
                  <a:lnTo>
                    <a:pt x="4772304" y="309880"/>
                  </a:lnTo>
                  <a:lnTo>
                    <a:pt x="4790414" y="309880"/>
                  </a:lnTo>
                  <a:lnTo>
                    <a:pt x="4790414" y="255549"/>
                  </a:lnTo>
                  <a:close/>
                </a:path>
                <a:path w="4790440" h="1385570">
                  <a:moveTo>
                    <a:pt x="4790414" y="165265"/>
                  </a:moveTo>
                  <a:lnTo>
                    <a:pt x="4772304" y="165265"/>
                  </a:lnTo>
                  <a:lnTo>
                    <a:pt x="4772304" y="219595"/>
                  </a:lnTo>
                  <a:lnTo>
                    <a:pt x="4790414" y="219595"/>
                  </a:lnTo>
                  <a:lnTo>
                    <a:pt x="4790414" y="165265"/>
                  </a:lnTo>
                  <a:close/>
                </a:path>
                <a:path w="4790440" h="1385570">
                  <a:moveTo>
                    <a:pt x="4790414" y="108661"/>
                  </a:moveTo>
                  <a:lnTo>
                    <a:pt x="4789894" y="97955"/>
                  </a:lnTo>
                  <a:lnTo>
                    <a:pt x="4788344" y="87464"/>
                  </a:lnTo>
                  <a:lnTo>
                    <a:pt x="4785766" y="77165"/>
                  </a:lnTo>
                  <a:lnTo>
                    <a:pt x="4784141" y="72631"/>
                  </a:lnTo>
                  <a:lnTo>
                    <a:pt x="4767072" y="78638"/>
                  </a:lnTo>
                  <a:lnTo>
                    <a:pt x="4768431" y="82423"/>
                  </a:lnTo>
                  <a:lnTo>
                    <a:pt x="4770577" y="90995"/>
                  </a:lnTo>
                  <a:lnTo>
                    <a:pt x="4771872" y="99745"/>
                  </a:lnTo>
                  <a:lnTo>
                    <a:pt x="4772304" y="108661"/>
                  </a:lnTo>
                  <a:lnTo>
                    <a:pt x="4772304" y="129311"/>
                  </a:lnTo>
                  <a:lnTo>
                    <a:pt x="4790414" y="129311"/>
                  </a:lnTo>
                  <a:lnTo>
                    <a:pt x="4790414" y="108661"/>
                  </a:lnTo>
                  <a:close/>
                </a:path>
              </a:pathLst>
            </a:custGeom>
            <a:solidFill>
              <a:srgbClr val="86CD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66087" y="3225413"/>
              <a:ext cx="452779" cy="452780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7784" y="3988567"/>
              <a:ext cx="101599" cy="146049"/>
            </a:xfrm>
            <a:prstGeom prst="rect">
              <a:avLst/>
            </a:prstGeom>
          </p:spPr>
        </p:pic>
      </p:grpSp>
      <p:sp>
        <p:nvSpPr>
          <p:cNvPr id="29" name="object 29" descr=""/>
          <p:cNvSpPr txBox="1"/>
          <p:nvPr/>
        </p:nvSpPr>
        <p:spPr>
          <a:xfrm>
            <a:off x="6522472" y="3291081"/>
            <a:ext cx="3567429" cy="81406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442595" algn="l"/>
              </a:tabLst>
            </a:pPr>
            <a:r>
              <a:rPr dirty="0" sz="1600" spc="-50" b="1">
                <a:solidFill>
                  <a:srgbClr val="FFFFFF"/>
                </a:solidFill>
                <a:latin typeface="Suisse Int'l Bold Italic"/>
                <a:cs typeface="Suisse Int'l Bold Italic"/>
              </a:rPr>
              <a:t>2</a:t>
            </a:r>
            <a:r>
              <a:rPr dirty="0" sz="1600" b="1">
                <a:solidFill>
                  <a:srgbClr val="FFFFFF"/>
                </a:solidFill>
                <a:latin typeface="Suisse Int'l Bold Italic"/>
                <a:cs typeface="Suisse Int'l Bold Italic"/>
              </a:rPr>
              <a:t>	</a:t>
            </a:r>
            <a:r>
              <a:rPr dirty="0" baseline="1683" sz="2475" spc="-450" b="1">
                <a:solidFill>
                  <a:srgbClr val="4A8FE2"/>
                </a:solidFill>
                <a:latin typeface="Malgun Gothic"/>
                <a:cs typeface="Malgun Gothic"/>
              </a:rPr>
              <a:t>담당</a:t>
            </a:r>
            <a:r>
              <a:rPr dirty="0" baseline="1683" sz="2475" spc="-315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baseline="1683" sz="2475" spc="-450" b="1">
                <a:solidFill>
                  <a:srgbClr val="4A8FE2"/>
                </a:solidFill>
                <a:latin typeface="Malgun Gothic"/>
                <a:cs typeface="Malgun Gothic"/>
              </a:rPr>
              <a:t>부서</a:t>
            </a:r>
            <a:r>
              <a:rPr dirty="0" baseline="1683" sz="2475" spc="-315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baseline="1683" sz="2475" spc="-450" b="1">
                <a:solidFill>
                  <a:srgbClr val="4A8FE2"/>
                </a:solidFill>
                <a:latin typeface="Malgun Gothic"/>
                <a:cs typeface="Malgun Gothic"/>
              </a:rPr>
              <a:t>파일</a:t>
            </a:r>
            <a:r>
              <a:rPr dirty="0" baseline="1683" sz="2475" spc="-315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baseline="1683" sz="2475" spc="-494" b="1">
                <a:solidFill>
                  <a:srgbClr val="4A8FE2"/>
                </a:solidFill>
                <a:latin typeface="Malgun Gothic"/>
                <a:cs typeface="Malgun Gothic"/>
              </a:rPr>
              <a:t>업로드</a:t>
            </a:r>
            <a:endParaRPr baseline="1683" sz="2475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50">
              <a:latin typeface="Malgun Gothic"/>
              <a:cs typeface="Malgun Gothic"/>
            </a:endParaRPr>
          </a:p>
          <a:p>
            <a:pPr marL="55244">
              <a:lnSpc>
                <a:spcPct val="100000"/>
              </a:lnSpc>
            </a:pPr>
            <a:r>
              <a:rPr dirty="0" sz="1300" spc="-229">
                <a:solidFill>
                  <a:srgbClr val="374050"/>
                </a:solidFill>
                <a:latin typeface="Dotum"/>
                <a:cs typeface="Dotum"/>
              </a:rPr>
              <a:t>화면</a:t>
            </a:r>
            <a:r>
              <a:rPr dirty="0" sz="1300" spc="-8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374050"/>
                </a:solidFill>
                <a:latin typeface="Dotum"/>
                <a:cs typeface="Dotum"/>
              </a:rPr>
              <a:t>좌측</a:t>
            </a:r>
            <a:r>
              <a:rPr dirty="0" sz="1300" spc="-8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374050"/>
                </a:solidFill>
                <a:latin typeface="Dotum"/>
                <a:cs typeface="Dotum"/>
              </a:rPr>
              <a:t>하단</a:t>
            </a:r>
            <a:r>
              <a:rPr dirty="0" sz="1300" spc="-8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00">
                <a:solidFill>
                  <a:srgbClr val="374050"/>
                </a:solidFill>
                <a:latin typeface="Microsoft Sans Serif"/>
                <a:cs typeface="Microsoft Sans Serif"/>
              </a:rPr>
              <a:t>"2</a:t>
            </a:r>
            <a:r>
              <a:rPr dirty="0" sz="1300" spc="5">
                <a:solidFill>
                  <a:srgbClr val="374050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29">
                <a:solidFill>
                  <a:srgbClr val="374050"/>
                </a:solidFill>
                <a:latin typeface="Dotum"/>
                <a:cs typeface="Dotum"/>
              </a:rPr>
              <a:t>담당</a:t>
            </a:r>
            <a:r>
              <a:rPr dirty="0" sz="1300" spc="-8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374050"/>
                </a:solidFill>
                <a:latin typeface="Dotum"/>
                <a:cs typeface="Dotum"/>
              </a:rPr>
              <a:t>부서</a:t>
            </a:r>
            <a:r>
              <a:rPr dirty="0" sz="1300" spc="-8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374050"/>
                </a:solidFill>
                <a:latin typeface="Dotum"/>
                <a:cs typeface="Dotum"/>
              </a:rPr>
              <a:t>파일</a:t>
            </a:r>
            <a:r>
              <a:rPr dirty="0" sz="1300" spc="-8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00" spc="-155">
                <a:solidFill>
                  <a:srgbClr val="374050"/>
                </a:solidFill>
                <a:latin typeface="Dotum"/>
                <a:cs typeface="Dotum"/>
              </a:rPr>
              <a:t>업로드</a:t>
            </a:r>
            <a:r>
              <a:rPr dirty="0" sz="1300" spc="-155">
                <a:solidFill>
                  <a:srgbClr val="374050"/>
                </a:solidFill>
                <a:latin typeface="Microsoft Sans Serif"/>
                <a:cs typeface="Microsoft Sans Serif"/>
              </a:rPr>
              <a:t>"</a:t>
            </a:r>
            <a:r>
              <a:rPr dirty="0" sz="1300" spc="10">
                <a:solidFill>
                  <a:srgbClr val="374050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29">
                <a:solidFill>
                  <a:srgbClr val="374050"/>
                </a:solidFill>
                <a:latin typeface="Dotum"/>
                <a:cs typeface="Dotum"/>
              </a:rPr>
              <a:t>영역으로</a:t>
            </a:r>
            <a:r>
              <a:rPr dirty="0" sz="1300" spc="-8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300" spc="-120">
                <a:solidFill>
                  <a:srgbClr val="374050"/>
                </a:solidFill>
                <a:latin typeface="Dotum"/>
                <a:cs typeface="Dotum"/>
              </a:rPr>
              <a:t>이동</a:t>
            </a:r>
            <a:endParaRPr sz="1300">
              <a:latin typeface="Dotum"/>
              <a:cs typeface="Dotum"/>
            </a:endParaRPr>
          </a:p>
        </p:txBody>
      </p:sp>
      <p:pic>
        <p:nvPicPr>
          <p:cNvPr id="30" name="object 3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07852" y="4606004"/>
            <a:ext cx="314324" cy="241299"/>
          </a:xfrm>
          <a:prstGeom prst="rect">
            <a:avLst/>
          </a:prstGeom>
        </p:spPr>
      </p:pic>
      <p:sp>
        <p:nvSpPr>
          <p:cNvPr id="31" name="object 31" descr=""/>
          <p:cNvSpPr txBox="1"/>
          <p:nvPr/>
        </p:nvSpPr>
        <p:spPr>
          <a:xfrm>
            <a:off x="7297716" y="4867104"/>
            <a:ext cx="2932430" cy="610235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30"/>
              </a:spcBef>
            </a:pPr>
            <a:r>
              <a:rPr dirty="0" sz="1400" spc="55">
                <a:solidFill>
                  <a:srgbClr val="4A8FE2"/>
                </a:solidFill>
                <a:latin typeface="Segoe UI Symbol"/>
                <a:cs typeface="Segoe UI Symbol"/>
              </a:rPr>
              <a:t>📁</a:t>
            </a:r>
            <a:r>
              <a:rPr dirty="0" sz="1400" spc="-65">
                <a:solidFill>
                  <a:srgbClr val="4A8FE2"/>
                </a:solidFill>
                <a:latin typeface="Segoe UI Symbol"/>
                <a:cs typeface="Segoe UI Symbol"/>
              </a:rPr>
              <a:t> </a:t>
            </a:r>
            <a:r>
              <a:rPr dirty="0" sz="1300" spc="-229">
                <a:solidFill>
                  <a:srgbClr val="4A8FE2"/>
                </a:solidFill>
                <a:latin typeface="Dotum"/>
                <a:cs typeface="Dotum"/>
              </a:rPr>
              <a:t>부서</a:t>
            </a:r>
            <a:r>
              <a:rPr dirty="0" sz="1300" spc="-114">
                <a:solidFill>
                  <a:srgbClr val="4A8FE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8FE2"/>
                </a:solidFill>
                <a:latin typeface="Dotum"/>
                <a:cs typeface="Dotum"/>
              </a:rPr>
              <a:t>파일을</a:t>
            </a:r>
            <a:r>
              <a:rPr dirty="0" sz="1300" spc="-120">
                <a:solidFill>
                  <a:srgbClr val="4A8FE2"/>
                </a:solidFill>
                <a:latin typeface="Dotum"/>
                <a:cs typeface="Dotum"/>
              </a:rPr>
              <a:t> </a:t>
            </a:r>
            <a:r>
              <a:rPr dirty="0" sz="1300" spc="-225">
                <a:solidFill>
                  <a:srgbClr val="4A8FE2"/>
                </a:solidFill>
                <a:latin typeface="Dotum"/>
                <a:cs typeface="Dotum"/>
              </a:rPr>
              <a:t>선택하거나</a:t>
            </a:r>
            <a:r>
              <a:rPr dirty="0" sz="1300" spc="-114">
                <a:solidFill>
                  <a:srgbClr val="4A8FE2"/>
                </a:solidFill>
                <a:latin typeface="Dotum"/>
                <a:cs typeface="Dotum"/>
              </a:rPr>
              <a:t> </a:t>
            </a:r>
            <a:r>
              <a:rPr dirty="0" sz="1300" spc="-25">
                <a:solidFill>
                  <a:srgbClr val="4A8FE2"/>
                </a:solidFill>
                <a:latin typeface="Dotum"/>
                <a:cs typeface="Dotum"/>
              </a:rPr>
              <a:t>드래그</a:t>
            </a:r>
            <a:endParaRPr sz="1300">
              <a:latin typeface="Dotum"/>
              <a:cs typeface="Dotum"/>
            </a:endParaRPr>
          </a:p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dirty="0" sz="1150" spc="-215">
                <a:solidFill>
                  <a:srgbClr val="4A5462"/>
                </a:solidFill>
                <a:latin typeface="Dotum"/>
                <a:cs typeface="Dotum"/>
              </a:rPr>
              <a:t>문구</a:t>
            </a:r>
            <a:r>
              <a:rPr dirty="0" sz="115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15">
                <a:solidFill>
                  <a:srgbClr val="4A5462"/>
                </a:solidFill>
                <a:latin typeface="Dotum"/>
                <a:cs typeface="Dotum"/>
              </a:rPr>
              <a:t>아래</a:t>
            </a:r>
            <a:r>
              <a:rPr dirty="0" sz="1150" spc="-7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15">
                <a:solidFill>
                  <a:srgbClr val="4A5462"/>
                </a:solidFill>
                <a:latin typeface="Dotum"/>
                <a:cs typeface="Dotum"/>
              </a:rPr>
              <a:t>영역에</a:t>
            </a:r>
            <a:r>
              <a:rPr dirty="0" sz="115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15">
                <a:solidFill>
                  <a:srgbClr val="4A5462"/>
                </a:solidFill>
                <a:latin typeface="Dotum"/>
                <a:cs typeface="Dotum"/>
              </a:rPr>
              <a:t>여러</a:t>
            </a:r>
            <a:r>
              <a:rPr dirty="0" sz="1150" spc="-7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15">
                <a:solidFill>
                  <a:srgbClr val="4A5462"/>
                </a:solidFill>
                <a:latin typeface="Dotum"/>
                <a:cs typeface="Dotum"/>
              </a:rPr>
              <a:t>부서</a:t>
            </a:r>
            <a:r>
              <a:rPr dirty="0" sz="1150" spc="-8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15">
                <a:solidFill>
                  <a:srgbClr val="4A5462"/>
                </a:solidFill>
                <a:latin typeface="Dotum"/>
                <a:cs typeface="Dotum"/>
              </a:rPr>
              <a:t>파일을</a:t>
            </a:r>
            <a:r>
              <a:rPr dirty="0" sz="1150" spc="-7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220">
                <a:solidFill>
                  <a:srgbClr val="4A5462"/>
                </a:solidFill>
                <a:latin typeface="Dotum"/>
                <a:cs typeface="Dotum"/>
              </a:rPr>
              <a:t>드래그하거나</a:t>
            </a:r>
            <a:r>
              <a:rPr dirty="0" sz="1150" spc="-7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Dotum"/>
                <a:cs typeface="Dotum"/>
              </a:rPr>
              <a:t>선택</a:t>
            </a:r>
            <a:endParaRPr sz="1150">
              <a:latin typeface="Dotum"/>
              <a:cs typeface="Dot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54055" y="0"/>
            <a:ext cx="1825144" cy="1621535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0" y="0"/>
            <a:ext cx="11975465" cy="6736080"/>
            <a:chOff x="0" y="0"/>
            <a:chExt cx="11975465" cy="673608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583935"/>
              <a:ext cx="1152143" cy="11519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1974982" cy="673592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570"/>
              <a:t>시트합</a:t>
            </a:r>
            <a:r>
              <a:rPr dirty="0" spc="-430"/>
              <a:t> </a:t>
            </a:r>
            <a:r>
              <a:rPr dirty="0" spc="-570"/>
              <a:t>사용</a:t>
            </a:r>
            <a:r>
              <a:rPr dirty="0" spc="-430"/>
              <a:t> 방법</a:t>
            </a:r>
            <a:r>
              <a:rPr dirty="0" sz="3050" spc="-430">
                <a:latin typeface="Arial"/>
                <a:cs typeface="Arial"/>
              </a:rPr>
              <a:t>:</a:t>
            </a:r>
            <a:r>
              <a:rPr dirty="0" sz="3050" spc="-215">
                <a:latin typeface="Arial"/>
                <a:cs typeface="Arial"/>
              </a:rPr>
              <a:t> </a:t>
            </a:r>
            <a:r>
              <a:rPr dirty="0" spc="-570"/>
              <a:t>취합</a:t>
            </a:r>
            <a:r>
              <a:rPr dirty="0" spc="-430"/>
              <a:t> </a:t>
            </a:r>
            <a:r>
              <a:rPr dirty="0" spc="-570"/>
              <a:t>및</a:t>
            </a:r>
            <a:r>
              <a:rPr dirty="0" spc="-430"/>
              <a:t> </a:t>
            </a:r>
            <a:r>
              <a:rPr dirty="0" spc="-570"/>
              <a:t>결과</a:t>
            </a:r>
            <a:r>
              <a:rPr dirty="0" spc="-430"/>
              <a:t> </a:t>
            </a:r>
            <a:r>
              <a:rPr dirty="0" spc="-595"/>
              <a:t>관리</a:t>
            </a:r>
            <a:endParaRPr sz="30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66858" y="3810267"/>
            <a:ext cx="224980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385" b="1">
                <a:solidFill>
                  <a:srgbClr val="4A8FE2"/>
                </a:solidFill>
                <a:latin typeface="Malgun Gothic"/>
                <a:cs typeface="Malgun Gothic"/>
              </a:rPr>
              <a:t>결과</a:t>
            </a:r>
            <a:r>
              <a:rPr dirty="0" sz="2000" spc="-300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sz="2000" spc="-385" b="1">
                <a:solidFill>
                  <a:srgbClr val="4A8FE2"/>
                </a:solidFill>
                <a:latin typeface="Malgun Gothic"/>
                <a:cs typeface="Malgun Gothic"/>
              </a:rPr>
              <a:t>다운로드</a:t>
            </a:r>
            <a:r>
              <a:rPr dirty="0" sz="2000" spc="-285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sz="2000" spc="-380" b="1">
                <a:solidFill>
                  <a:srgbClr val="4A8FE2"/>
                </a:solidFill>
                <a:latin typeface="Malgun Gothic"/>
                <a:cs typeface="Malgun Gothic"/>
              </a:rPr>
              <a:t>및</a:t>
            </a:r>
            <a:r>
              <a:rPr dirty="0" sz="2000" spc="-285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sz="2000" spc="-409" b="1">
                <a:solidFill>
                  <a:srgbClr val="4A8FE2"/>
                </a:solidFill>
                <a:latin typeface="Malgun Gothic"/>
                <a:cs typeface="Malgun Gothic"/>
              </a:rPr>
              <a:t>초기화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14527" y="1112519"/>
            <a:ext cx="11143615" cy="2487295"/>
            <a:chOff x="414527" y="1112519"/>
            <a:chExt cx="11143615" cy="2487295"/>
          </a:xfrm>
        </p:grpSpPr>
        <p:sp>
          <p:nvSpPr>
            <p:cNvPr id="9" name="object 9" descr=""/>
            <p:cNvSpPr/>
            <p:nvPr/>
          </p:nvSpPr>
          <p:spPr>
            <a:xfrm>
              <a:off x="414515" y="1112532"/>
              <a:ext cx="11143615" cy="2487295"/>
            </a:xfrm>
            <a:custGeom>
              <a:avLst/>
              <a:gdLst/>
              <a:ahLst/>
              <a:cxnLst/>
              <a:rect l="l" t="t" r="r" b="b"/>
              <a:pathLst>
                <a:path w="11143615" h="2487295">
                  <a:moveTo>
                    <a:pt x="11143488" y="0"/>
                  </a:moveTo>
                  <a:lnTo>
                    <a:pt x="10977423" y="0"/>
                  </a:lnTo>
                  <a:lnTo>
                    <a:pt x="10977423" y="184048"/>
                  </a:lnTo>
                  <a:lnTo>
                    <a:pt x="10977423" y="2121941"/>
                  </a:lnTo>
                  <a:lnTo>
                    <a:pt x="10969155" y="2163521"/>
                  </a:lnTo>
                  <a:lnTo>
                    <a:pt x="10945597" y="2198776"/>
                  </a:lnTo>
                  <a:lnTo>
                    <a:pt x="10910341" y="2222335"/>
                  </a:lnTo>
                  <a:lnTo>
                    <a:pt x="10868762" y="2230615"/>
                  </a:lnTo>
                  <a:lnTo>
                    <a:pt x="273697" y="2230615"/>
                  </a:lnTo>
                  <a:lnTo>
                    <a:pt x="232117" y="2222335"/>
                  </a:lnTo>
                  <a:lnTo>
                    <a:pt x="196862" y="2198776"/>
                  </a:lnTo>
                  <a:lnTo>
                    <a:pt x="173304" y="2163521"/>
                  </a:lnTo>
                  <a:lnTo>
                    <a:pt x="165036" y="2121941"/>
                  </a:lnTo>
                  <a:lnTo>
                    <a:pt x="165036" y="184048"/>
                  </a:lnTo>
                  <a:lnTo>
                    <a:pt x="173304" y="142455"/>
                  </a:lnTo>
                  <a:lnTo>
                    <a:pt x="196862" y="107200"/>
                  </a:lnTo>
                  <a:lnTo>
                    <a:pt x="232117" y="83642"/>
                  </a:lnTo>
                  <a:lnTo>
                    <a:pt x="273697" y="75374"/>
                  </a:lnTo>
                  <a:lnTo>
                    <a:pt x="10868762" y="75374"/>
                  </a:lnTo>
                  <a:lnTo>
                    <a:pt x="10910341" y="83642"/>
                  </a:lnTo>
                  <a:lnTo>
                    <a:pt x="10945597" y="107200"/>
                  </a:lnTo>
                  <a:lnTo>
                    <a:pt x="10969155" y="142455"/>
                  </a:lnTo>
                  <a:lnTo>
                    <a:pt x="10977423" y="184048"/>
                  </a:lnTo>
                  <a:lnTo>
                    <a:pt x="10977423" y="0"/>
                  </a:lnTo>
                  <a:lnTo>
                    <a:pt x="0" y="0"/>
                  </a:lnTo>
                  <a:lnTo>
                    <a:pt x="0" y="2487168"/>
                  </a:lnTo>
                  <a:lnTo>
                    <a:pt x="11143488" y="2487168"/>
                  </a:lnTo>
                  <a:lnTo>
                    <a:pt x="11143488" y="2230615"/>
                  </a:lnTo>
                  <a:lnTo>
                    <a:pt x="11143488" y="75374"/>
                  </a:lnTo>
                  <a:lnTo>
                    <a:pt x="11143488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9558" y="1187902"/>
              <a:ext cx="10812387" cy="2155233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579558" y="1187902"/>
              <a:ext cx="10812780" cy="2155825"/>
            </a:xfrm>
            <a:custGeom>
              <a:avLst/>
              <a:gdLst/>
              <a:ahLst/>
              <a:cxnLst/>
              <a:rect l="l" t="t" r="r" b="b"/>
              <a:pathLst>
                <a:path w="10812780" h="2155825">
                  <a:moveTo>
                    <a:pt x="10703720" y="2155233"/>
                  </a:moveTo>
                  <a:lnTo>
                    <a:pt x="108667" y="2155233"/>
                  </a:lnTo>
                  <a:lnTo>
                    <a:pt x="97962" y="2154716"/>
                  </a:lnTo>
                  <a:lnTo>
                    <a:pt x="57389" y="2142387"/>
                  </a:lnTo>
                  <a:lnTo>
                    <a:pt x="24623" y="2115470"/>
                  </a:lnTo>
                  <a:lnTo>
                    <a:pt x="4652" y="2078063"/>
                  </a:lnTo>
                  <a:lnTo>
                    <a:pt x="0" y="2046565"/>
                  </a:lnTo>
                  <a:lnTo>
                    <a:pt x="0" y="108667"/>
                  </a:lnTo>
                  <a:lnTo>
                    <a:pt x="8271" y="67082"/>
                  </a:lnTo>
                  <a:lnTo>
                    <a:pt x="31827" y="31827"/>
                  </a:lnTo>
                  <a:lnTo>
                    <a:pt x="67081" y="8271"/>
                  </a:lnTo>
                  <a:lnTo>
                    <a:pt x="108667" y="0"/>
                  </a:lnTo>
                  <a:lnTo>
                    <a:pt x="10703720" y="0"/>
                  </a:lnTo>
                  <a:lnTo>
                    <a:pt x="10745304" y="8271"/>
                  </a:lnTo>
                  <a:lnTo>
                    <a:pt x="10763792" y="18111"/>
                  </a:lnTo>
                  <a:lnTo>
                    <a:pt x="102721" y="18111"/>
                  </a:lnTo>
                  <a:lnTo>
                    <a:pt x="96832" y="18691"/>
                  </a:lnTo>
                  <a:lnTo>
                    <a:pt x="53413" y="36676"/>
                  </a:lnTo>
                  <a:lnTo>
                    <a:pt x="27279" y="68519"/>
                  </a:lnTo>
                  <a:lnTo>
                    <a:pt x="18111" y="102721"/>
                  </a:lnTo>
                  <a:lnTo>
                    <a:pt x="18111" y="2052511"/>
                  </a:lnTo>
                  <a:lnTo>
                    <a:pt x="30069" y="2091932"/>
                  </a:lnTo>
                  <a:lnTo>
                    <a:pt x="63300" y="2125163"/>
                  </a:lnTo>
                  <a:lnTo>
                    <a:pt x="102721" y="2137121"/>
                  </a:lnTo>
                  <a:lnTo>
                    <a:pt x="10763793" y="2137121"/>
                  </a:lnTo>
                  <a:lnTo>
                    <a:pt x="10754996" y="2142387"/>
                  </a:lnTo>
                  <a:lnTo>
                    <a:pt x="10745304" y="2146961"/>
                  </a:lnTo>
                  <a:lnTo>
                    <a:pt x="10735216" y="2150580"/>
                  </a:lnTo>
                  <a:lnTo>
                    <a:pt x="10724923" y="2153165"/>
                  </a:lnTo>
                  <a:lnTo>
                    <a:pt x="10714424" y="2154716"/>
                  </a:lnTo>
                  <a:lnTo>
                    <a:pt x="10703720" y="2155233"/>
                  </a:lnTo>
                  <a:close/>
                </a:path>
                <a:path w="10812780" h="2155825">
                  <a:moveTo>
                    <a:pt x="10763793" y="2137121"/>
                  </a:moveTo>
                  <a:lnTo>
                    <a:pt x="10709666" y="2137121"/>
                  </a:lnTo>
                  <a:lnTo>
                    <a:pt x="10715553" y="2136541"/>
                  </a:lnTo>
                  <a:lnTo>
                    <a:pt x="10727217" y="2134221"/>
                  </a:lnTo>
                  <a:lnTo>
                    <a:pt x="10763548" y="2114802"/>
                  </a:lnTo>
                  <a:lnTo>
                    <a:pt x="10789656" y="2075726"/>
                  </a:lnTo>
                  <a:lnTo>
                    <a:pt x="10794275" y="2052511"/>
                  </a:lnTo>
                  <a:lnTo>
                    <a:pt x="10794275" y="102721"/>
                  </a:lnTo>
                  <a:lnTo>
                    <a:pt x="10782315" y="63300"/>
                  </a:lnTo>
                  <a:lnTo>
                    <a:pt x="10749084" y="30069"/>
                  </a:lnTo>
                  <a:lnTo>
                    <a:pt x="10709666" y="18111"/>
                  </a:lnTo>
                  <a:lnTo>
                    <a:pt x="10763792" y="18111"/>
                  </a:lnTo>
                  <a:lnTo>
                    <a:pt x="10794089" y="48283"/>
                  </a:lnTo>
                  <a:lnTo>
                    <a:pt x="10810318" y="87463"/>
                  </a:lnTo>
                  <a:lnTo>
                    <a:pt x="10812387" y="108667"/>
                  </a:lnTo>
                  <a:lnTo>
                    <a:pt x="10812387" y="2046565"/>
                  </a:lnTo>
                  <a:lnTo>
                    <a:pt x="10804114" y="2088150"/>
                  </a:lnTo>
                  <a:lnTo>
                    <a:pt x="10780559" y="2123405"/>
                  </a:lnTo>
                  <a:lnTo>
                    <a:pt x="10764103" y="2136936"/>
                  </a:lnTo>
                  <a:lnTo>
                    <a:pt x="10763793" y="2137121"/>
                  </a:lnTo>
                  <a:close/>
                </a:path>
              </a:pathLst>
            </a:custGeom>
            <a:solidFill>
              <a:srgbClr val="4A8FE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7448" y="1495793"/>
              <a:ext cx="452779" cy="452779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1040720" y="1576523"/>
            <a:ext cx="146685" cy="2724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00" spc="-50" b="1">
                <a:solidFill>
                  <a:srgbClr val="FFFFFF"/>
                </a:solidFill>
                <a:latin typeface="Lucida Sans"/>
                <a:cs typeface="Lucida Sans"/>
              </a:rPr>
              <a:t>3</a:t>
            </a:r>
            <a:endParaRPr sz="1600">
              <a:latin typeface="Lucida Sans"/>
              <a:cs typeface="Lucida San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327528" y="1455811"/>
            <a:ext cx="236918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385" b="1">
                <a:solidFill>
                  <a:srgbClr val="4A8FE2"/>
                </a:solidFill>
                <a:latin typeface="Malgun Gothic"/>
                <a:cs typeface="Malgun Gothic"/>
              </a:rPr>
              <a:t>단계</a:t>
            </a:r>
            <a:r>
              <a:rPr dirty="0" sz="2000" spc="-285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sz="1950" spc="-95" b="1">
                <a:solidFill>
                  <a:srgbClr val="4A8FE2"/>
                </a:solidFill>
                <a:latin typeface="Avenir Next"/>
                <a:cs typeface="Avenir Next"/>
              </a:rPr>
              <a:t>3:</a:t>
            </a:r>
            <a:r>
              <a:rPr dirty="0" sz="1950" spc="-65" b="1">
                <a:solidFill>
                  <a:srgbClr val="4A8FE2"/>
                </a:solidFill>
                <a:latin typeface="Avenir Next"/>
                <a:cs typeface="Avenir Next"/>
              </a:rPr>
              <a:t> </a:t>
            </a:r>
            <a:r>
              <a:rPr dirty="0" sz="2000" spc="-385" b="1">
                <a:solidFill>
                  <a:srgbClr val="4A8FE2"/>
                </a:solidFill>
                <a:latin typeface="Malgun Gothic"/>
                <a:cs typeface="Malgun Gothic"/>
              </a:rPr>
              <a:t>취합</a:t>
            </a:r>
            <a:r>
              <a:rPr dirty="0" sz="2000" spc="-280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sz="2000" spc="-380" b="1">
                <a:solidFill>
                  <a:srgbClr val="4A8FE2"/>
                </a:solidFill>
                <a:latin typeface="Malgun Gothic"/>
                <a:cs typeface="Malgun Gothic"/>
              </a:rPr>
              <a:t>및</a:t>
            </a:r>
            <a:r>
              <a:rPr dirty="0" sz="2000" spc="-285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sz="2000" spc="-385" b="1">
                <a:solidFill>
                  <a:srgbClr val="4A8FE2"/>
                </a:solidFill>
                <a:latin typeface="Malgun Gothic"/>
                <a:cs typeface="Malgun Gothic"/>
              </a:rPr>
              <a:t>결과</a:t>
            </a:r>
            <a:r>
              <a:rPr dirty="0" sz="2000" spc="-285" b="1">
                <a:solidFill>
                  <a:srgbClr val="4A8FE2"/>
                </a:solidFill>
                <a:latin typeface="Malgun Gothic"/>
                <a:cs typeface="Malgun Gothic"/>
              </a:rPr>
              <a:t> </a:t>
            </a:r>
            <a:r>
              <a:rPr dirty="0" sz="2000" spc="-409" b="1">
                <a:solidFill>
                  <a:srgbClr val="4A8FE2"/>
                </a:solidFill>
                <a:latin typeface="Malgun Gothic"/>
                <a:cs typeface="Malgun Gothic"/>
              </a:rPr>
              <a:t>확인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337053" y="1979990"/>
            <a:ext cx="1090295" cy="995680"/>
            <a:chOff x="1337053" y="1979990"/>
            <a:chExt cx="1090295" cy="995680"/>
          </a:xfrm>
        </p:grpSpPr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40228" y="1979990"/>
              <a:ext cx="180974" cy="18414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40228" y="2397017"/>
              <a:ext cx="136524" cy="16192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20952" y="2337964"/>
              <a:ext cx="805948" cy="29883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37053" y="2813575"/>
              <a:ext cx="209549" cy="161924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1653530" y="1926756"/>
            <a:ext cx="5189220" cy="1087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파일</a:t>
            </a:r>
            <a:r>
              <a:rPr dirty="0" sz="1500" spc="-12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업로드</a:t>
            </a:r>
            <a:r>
              <a:rPr dirty="0" sz="1500" spc="-12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완료</a:t>
            </a:r>
            <a:r>
              <a:rPr dirty="0" sz="1500" spc="-12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165">
                <a:solidFill>
                  <a:srgbClr val="374050"/>
                </a:solidFill>
                <a:latin typeface="Dotum"/>
                <a:cs typeface="Dotum"/>
              </a:rPr>
              <a:t>후</a:t>
            </a:r>
            <a:r>
              <a:rPr dirty="0" sz="1450" spc="-165">
                <a:solidFill>
                  <a:srgbClr val="374050"/>
                </a:solidFill>
                <a:latin typeface="Microsoft Sans Serif"/>
                <a:cs typeface="Microsoft Sans Serif"/>
              </a:rPr>
              <a:t>,</a:t>
            </a:r>
            <a:r>
              <a:rPr dirty="0" sz="1450" spc="-5">
                <a:solidFill>
                  <a:srgbClr val="374050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화면</a:t>
            </a:r>
            <a:r>
              <a:rPr dirty="0" sz="1500" spc="-12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우측</a:t>
            </a:r>
            <a:r>
              <a:rPr dirty="0" sz="1500" spc="-12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상단</a:t>
            </a:r>
            <a:r>
              <a:rPr dirty="0" sz="1500" spc="-12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450" spc="-125">
                <a:solidFill>
                  <a:srgbClr val="374050"/>
                </a:solidFill>
                <a:latin typeface="Microsoft Sans Serif"/>
                <a:cs typeface="Microsoft Sans Serif"/>
              </a:rPr>
              <a:t>"3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취합</a:t>
            </a:r>
            <a:r>
              <a:rPr dirty="0" sz="1500" spc="-12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결과</a:t>
            </a:r>
            <a:r>
              <a:rPr dirty="0" sz="1500" spc="-12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20">
                <a:solidFill>
                  <a:srgbClr val="374050"/>
                </a:solidFill>
                <a:latin typeface="Dotum"/>
                <a:cs typeface="Dotum"/>
              </a:rPr>
              <a:t>미리보기</a:t>
            </a:r>
            <a:r>
              <a:rPr dirty="0" sz="1450" spc="-220">
                <a:solidFill>
                  <a:srgbClr val="374050"/>
                </a:solidFill>
                <a:latin typeface="Microsoft Sans Serif"/>
                <a:cs typeface="Microsoft Sans Serif"/>
              </a:rPr>
              <a:t>"</a:t>
            </a:r>
            <a:r>
              <a:rPr dirty="0" sz="1450" spc="-5">
                <a:solidFill>
                  <a:srgbClr val="374050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영역으로</a:t>
            </a:r>
            <a:r>
              <a:rPr dirty="0" sz="1500" spc="-12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315">
                <a:solidFill>
                  <a:srgbClr val="374050"/>
                </a:solidFill>
                <a:latin typeface="Dotum"/>
                <a:cs typeface="Dotum"/>
              </a:rPr>
              <a:t>이동</a:t>
            </a:r>
            <a:endParaRPr sz="1500">
              <a:latin typeface="Dotum"/>
              <a:cs typeface="Dotum"/>
            </a:endParaRPr>
          </a:p>
          <a:p>
            <a:pPr marL="111760">
              <a:lnSpc>
                <a:spcPct val="100000"/>
              </a:lnSpc>
              <a:spcBef>
                <a:spcPts val="1410"/>
              </a:spcBef>
              <a:tabLst>
                <a:tab pos="819150" algn="l"/>
              </a:tabLst>
            </a:pPr>
            <a:r>
              <a:rPr dirty="0" sz="1150" spc="-215" b="1">
                <a:solidFill>
                  <a:srgbClr val="FFFFFF"/>
                </a:solidFill>
                <a:latin typeface="Malgun Gothic"/>
                <a:cs typeface="Malgun Gothic"/>
              </a:rPr>
              <a:t>취합</a:t>
            </a:r>
            <a:r>
              <a:rPr dirty="0" sz="1150" spc="-14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150" spc="-25" b="1">
                <a:solidFill>
                  <a:srgbClr val="FFFFFF"/>
                </a:solidFill>
                <a:latin typeface="Malgun Gothic"/>
                <a:cs typeface="Malgun Gothic"/>
              </a:rPr>
              <a:t>시작</a:t>
            </a:r>
            <a:r>
              <a:rPr dirty="0" sz="1150" b="1">
                <a:solidFill>
                  <a:srgbClr val="FFFFFF"/>
                </a:solidFill>
                <a:latin typeface="Malgun Gothic"/>
                <a:cs typeface="Malgun Gothic"/>
              </a:rPr>
              <a:t>	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버튼</a:t>
            </a:r>
            <a:r>
              <a:rPr dirty="0" sz="1500" spc="-13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315">
                <a:solidFill>
                  <a:srgbClr val="374050"/>
                </a:solidFill>
                <a:latin typeface="Dotum"/>
                <a:cs typeface="Dotum"/>
              </a:rPr>
              <a:t>클릭</a:t>
            </a:r>
            <a:endParaRPr sz="1500">
              <a:latin typeface="Dotum"/>
              <a:cs typeface="Dotum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000">
              <a:latin typeface="Dotum"/>
              <a:cs typeface="Dotum"/>
            </a:endParaRPr>
          </a:p>
          <a:p>
            <a:pPr marL="34925">
              <a:lnSpc>
                <a:spcPct val="100000"/>
              </a:lnSpc>
            </a:pP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아래</a:t>
            </a:r>
            <a:r>
              <a:rPr dirty="0" sz="1500" spc="-13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85">
                <a:solidFill>
                  <a:srgbClr val="374050"/>
                </a:solidFill>
                <a:latin typeface="Dotum"/>
                <a:cs typeface="Dotum"/>
              </a:rPr>
              <a:t>큰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영역에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취합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290">
                <a:solidFill>
                  <a:srgbClr val="374050"/>
                </a:solidFill>
                <a:latin typeface="Dotum"/>
                <a:cs typeface="Dotum"/>
              </a:rPr>
              <a:t>결과</a:t>
            </a:r>
            <a:r>
              <a:rPr dirty="0" sz="1500" spc="-125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dirty="0" sz="1500" spc="-315">
                <a:solidFill>
                  <a:srgbClr val="374050"/>
                </a:solidFill>
                <a:latin typeface="Dotum"/>
                <a:cs typeface="Dotum"/>
              </a:rPr>
              <a:t>표시</a:t>
            </a:r>
            <a:endParaRPr sz="1500">
              <a:latin typeface="Dotum"/>
              <a:cs typeface="Dotum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414527" y="4291583"/>
            <a:ext cx="5590540" cy="2051685"/>
            <a:chOff x="414527" y="4291583"/>
            <a:chExt cx="5590540" cy="2051685"/>
          </a:xfrm>
        </p:grpSpPr>
        <p:sp>
          <p:nvSpPr>
            <p:cNvPr id="22" name="object 22" descr=""/>
            <p:cNvSpPr/>
            <p:nvPr/>
          </p:nvSpPr>
          <p:spPr>
            <a:xfrm>
              <a:off x="414515" y="4291596"/>
              <a:ext cx="5590540" cy="2051685"/>
            </a:xfrm>
            <a:custGeom>
              <a:avLst/>
              <a:gdLst/>
              <a:ahLst/>
              <a:cxnLst/>
              <a:rect l="l" t="t" r="r" b="b"/>
              <a:pathLst>
                <a:path w="5590540" h="2051685">
                  <a:moveTo>
                    <a:pt x="5590032" y="0"/>
                  </a:moveTo>
                  <a:lnTo>
                    <a:pt x="5417286" y="0"/>
                  </a:lnTo>
                  <a:lnTo>
                    <a:pt x="5417286" y="183489"/>
                  </a:lnTo>
                  <a:lnTo>
                    <a:pt x="5417286" y="1686725"/>
                  </a:lnTo>
                  <a:lnTo>
                    <a:pt x="5409704" y="1724850"/>
                  </a:lnTo>
                  <a:lnTo>
                    <a:pt x="5388114" y="1757159"/>
                  </a:lnTo>
                  <a:lnTo>
                    <a:pt x="5355793" y="1778749"/>
                  </a:lnTo>
                  <a:lnTo>
                    <a:pt x="5317668" y="1786331"/>
                  </a:lnTo>
                  <a:lnTo>
                    <a:pt x="273697" y="1786331"/>
                  </a:lnTo>
                  <a:lnTo>
                    <a:pt x="235585" y="1778749"/>
                  </a:lnTo>
                  <a:lnTo>
                    <a:pt x="203263" y="1757159"/>
                  </a:lnTo>
                  <a:lnTo>
                    <a:pt x="181673" y="1724850"/>
                  </a:lnTo>
                  <a:lnTo>
                    <a:pt x="174091" y="1686725"/>
                  </a:lnTo>
                  <a:lnTo>
                    <a:pt x="174091" y="183489"/>
                  </a:lnTo>
                  <a:lnTo>
                    <a:pt x="181673" y="145376"/>
                  </a:lnTo>
                  <a:lnTo>
                    <a:pt x="203263" y="113055"/>
                  </a:lnTo>
                  <a:lnTo>
                    <a:pt x="235585" y="91465"/>
                  </a:lnTo>
                  <a:lnTo>
                    <a:pt x="273697" y="83883"/>
                  </a:lnTo>
                  <a:lnTo>
                    <a:pt x="5317668" y="83883"/>
                  </a:lnTo>
                  <a:lnTo>
                    <a:pt x="5355793" y="91465"/>
                  </a:lnTo>
                  <a:lnTo>
                    <a:pt x="5388114" y="113055"/>
                  </a:lnTo>
                  <a:lnTo>
                    <a:pt x="5409704" y="145376"/>
                  </a:lnTo>
                  <a:lnTo>
                    <a:pt x="5417286" y="183489"/>
                  </a:lnTo>
                  <a:lnTo>
                    <a:pt x="5417286" y="0"/>
                  </a:lnTo>
                  <a:lnTo>
                    <a:pt x="0" y="0"/>
                  </a:lnTo>
                  <a:lnTo>
                    <a:pt x="0" y="2051291"/>
                  </a:lnTo>
                  <a:lnTo>
                    <a:pt x="5590032" y="2051291"/>
                  </a:lnTo>
                  <a:lnTo>
                    <a:pt x="5590032" y="1786331"/>
                  </a:lnTo>
                  <a:lnTo>
                    <a:pt x="5590032" y="83883"/>
                  </a:lnTo>
                  <a:lnTo>
                    <a:pt x="5590032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79558" y="4366418"/>
              <a:ext cx="5261610" cy="1720850"/>
            </a:xfrm>
            <a:custGeom>
              <a:avLst/>
              <a:gdLst/>
              <a:ahLst/>
              <a:cxnLst/>
              <a:rect l="l" t="t" r="r" b="b"/>
              <a:pathLst>
                <a:path w="5261610" h="1720850">
                  <a:moveTo>
                    <a:pt x="5152636" y="1720564"/>
                  </a:moveTo>
                  <a:lnTo>
                    <a:pt x="108667" y="1720564"/>
                  </a:lnTo>
                  <a:lnTo>
                    <a:pt x="97962" y="1720046"/>
                  </a:lnTo>
                  <a:lnTo>
                    <a:pt x="57389" y="1707717"/>
                  </a:lnTo>
                  <a:lnTo>
                    <a:pt x="24623" y="1680800"/>
                  </a:lnTo>
                  <a:lnTo>
                    <a:pt x="4652" y="1643393"/>
                  </a:lnTo>
                  <a:lnTo>
                    <a:pt x="0" y="1611896"/>
                  </a:lnTo>
                  <a:lnTo>
                    <a:pt x="0" y="108667"/>
                  </a:lnTo>
                  <a:lnTo>
                    <a:pt x="8271" y="67082"/>
                  </a:lnTo>
                  <a:lnTo>
                    <a:pt x="31827" y="31827"/>
                  </a:lnTo>
                  <a:lnTo>
                    <a:pt x="67082" y="8271"/>
                  </a:lnTo>
                  <a:lnTo>
                    <a:pt x="108667" y="0"/>
                  </a:lnTo>
                  <a:lnTo>
                    <a:pt x="5152636" y="0"/>
                  </a:lnTo>
                  <a:lnTo>
                    <a:pt x="5194221" y="8271"/>
                  </a:lnTo>
                  <a:lnTo>
                    <a:pt x="5229475" y="31827"/>
                  </a:lnTo>
                  <a:lnTo>
                    <a:pt x="5253031" y="67082"/>
                  </a:lnTo>
                  <a:lnTo>
                    <a:pt x="5261304" y="108667"/>
                  </a:lnTo>
                  <a:lnTo>
                    <a:pt x="5261304" y="1611896"/>
                  </a:lnTo>
                  <a:lnTo>
                    <a:pt x="5253031" y="1653481"/>
                  </a:lnTo>
                  <a:lnTo>
                    <a:pt x="5229476" y="1688736"/>
                  </a:lnTo>
                  <a:lnTo>
                    <a:pt x="5194221" y="1712291"/>
                  </a:lnTo>
                  <a:lnTo>
                    <a:pt x="5152636" y="17205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79558" y="4366418"/>
              <a:ext cx="5261610" cy="1720850"/>
            </a:xfrm>
            <a:custGeom>
              <a:avLst/>
              <a:gdLst/>
              <a:ahLst/>
              <a:cxnLst/>
              <a:rect l="l" t="t" r="r" b="b"/>
              <a:pathLst>
                <a:path w="5261610" h="1720850">
                  <a:moveTo>
                    <a:pt x="5152637" y="1720564"/>
                  </a:moveTo>
                  <a:lnTo>
                    <a:pt x="108667" y="1720564"/>
                  </a:lnTo>
                  <a:lnTo>
                    <a:pt x="97962" y="1720046"/>
                  </a:lnTo>
                  <a:lnTo>
                    <a:pt x="57389" y="1707717"/>
                  </a:lnTo>
                  <a:lnTo>
                    <a:pt x="24623" y="1680800"/>
                  </a:lnTo>
                  <a:lnTo>
                    <a:pt x="4652" y="1643393"/>
                  </a:lnTo>
                  <a:lnTo>
                    <a:pt x="0" y="1611896"/>
                  </a:lnTo>
                  <a:lnTo>
                    <a:pt x="0" y="108667"/>
                  </a:lnTo>
                  <a:lnTo>
                    <a:pt x="8271" y="67082"/>
                  </a:lnTo>
                  <a:lnTo>
                    <a:pt x="31827" y="31827"/>
                  </a:lnTo>
                  <a:lnTo>
                    <a:pt x="67082" y="8271"/>
                  </a:lnTo>
                  <a:lnTo>
                    <a:pt x="108667" y="0"/>
                  </a:lnTo>
                  <a:lnTo>
                    <a:pt x="5152637" y="0"/>
                  </a:lnTo>
                  <a:lnTo>
                    <a:pt x="5194221" y="8271"/>
                  </a:lnTo>
                  <a:lnTo>
                    <a:pt x="5212710" y="18111"/>
                  </a:lnTo>
                  <a:lnTo>
                    <a:pt x="102721" y="18111"/>
                  </a:lnTo>
                  <a:lnTo>
                    <a:pt x="96832" y="18691"/>
                  </a:lnTo>
                  <a:lnTo>
                    <a:pt x="53413" y="36675"/>
                  </a:lnTo>
                  <a:lnTo>
                    <a:pt x="27279" y="68519"/>
                  </a:lnTo>
                  <a:lnTo>
                    <a:pt x="18111" y="102720"/>
                  </a:lnTo>
                  <a:lnTo>
                    <a:pt x="18111" y="1617842"/>
                  </a:lnTo>
                  <a:lnTo>
                    <a:pt x="18579" y="1622601"/>
                  </a:lnTo>
                  <a:lnTo>
                    <a:pt x="18691" y="1623731"/>
                  </a:lnTo>
                  <a:lnTo>
                    <a:pt x="36676" y="1667150"/>
                  </a:lnTo>
                  <a:lnTo>
                    <a:pt x="68519" y="1693283"/>
                  </a:lnTo>
                  <a:lnTo>
                    <a:pt x="102721" y="1702452"/>
                  </a:lnTo>
                  <a:lnTo>
                    <a:pt x="5212710" y="1702452"/>
                  </a:lnTo>
                  <a:lnTo>
                    <a:pt x="5203913" y="1707717"/>
                  </a:lnTo>
                  <a:lnTo>
                    <a:pt x="5194221" y="1712292"/>
                  </a:lnTo>
                  <a:lnTo>
                    <a:pt x="5184134" y="1715911"/>
                  </a:lnTo>
                  <a:lnTo>
                    <a:pt x="5173840" y="1718495"/>
                  </a:lnTo>
                  <a:lnTo>
                    <a:pt x="5163341" y="1720046"/>
                  </a:lnTo>
                  <a:lnTo>
                    <a:pt x="5152637" y="1720564"/>
                  </a:lnTo>
                  <a:close/>
                </a:path>
                <a:path w="5261610" h="1720850">
                  <a:moveTo>
                    <a:pt x="5212710" y="1702452"/>
                  </a:moveTo>
                  <a:lnTo>
                    <a:pt x="5158582" y="1702452"/>
                  </a:lnTo>
                  <a:lnTo>
                    <a:pt x="5164471" y="1701872"/>
                  </a:lnTo>
                  <a:lnTo>
                    <a:pt x="5176135" y="1699552"/>
                  </a:lnTo>
                  <a:lnTo>
                    <a:pt x="5212465" y="1680133"/>
                  </a:lnTo>
                  <a:lnTo>
                    <a:pt x="5238575" y="1641056"/>
                  </a:lnTo>
                  <a:lnTo>
                    <a:pt x="5243192" y="1617842"/>
                  </a:lnTo>
                  <a:lnTo>
                    <a:pt x="5243192" y="102720"/>
                  </a:lnTo>
                  <a:lnTo>
                    <a:pt x="5231234" y="63300"/>
                  </a:lnTo>
                  <a:lnTo>
                    <a:pt x="5198002" y="30068"/>
                  </a:lnTo>
                  <a:lnTo>
                    <a:pt x="5158582" y="18111"/>
                  </a:lnTo>
                  <a:lnTo>
                    <a:pt x="5212710" y="18111"/>
                  </a:lnTo>
                  <a:lnTo>
                    <a:pt x="5243006" y="48283"/>
                  </a:lnTo>
                  <a:lnTo>
                    <a:pt x="5259235" y="87463"/>
                  </a:lnTo>
                  <a:lnTo>
                    <a:pt x="5261304" y="1611896"/>
                  </a:lnTo>
                  <a:lnTo>
                    <a:pt x="5260787" y="1622601"/>
                  </a:lnTo>
                  <a:lnTo>
                    <a:pt x="5248458" y="1663173"/>
                  </a:lnTo>
                  <a:lnTo>
                    <a:pt x="5221541" y="1695939"/>
                  </a:lnTo>
                  <a:lnTo>
                    <a:pt x="5213020" y="1702267"/>
                  </a:lnTo>
                  <a:lnTo>
                    <a:pt x="5212710" y="1702452"/>
                  </a:lnTo>
                  <a:close/>
                </a:path>
              </a:pathLst>
            </a:custGeom>
            <a:solidFill>
              <a:srgbClr val="4A8FE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5004" y="4623176"/>
              <a:ext cx="273049" cy="276224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1218861" y="4595088"/>
            <a:ext cx="1105535" cy="2794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650" spc="-300" b="1">
                <a:solidFill>
                  <a:srgbClr val="333333"/>
                </a:solidFill>
                <a:latin typeface="Malgun Gothic"/>
                <a:cs typeface="Malgun Gothic"/>
              </a:rPr>
              <a:t>결과</a:t>
            </a:r>
            <a:r>
              <a:rPr dirty="0" sz="1650" spc="-210" b="1">
                <a:solidFill>
                  <a:srgbClr val="333333"/>
                </a:solidFill>
                <a:latin typeface="Malgun Gothic"/>
                <a:cs typeface="Malgun Gothic"/>
              </a:rPr>
              <a:t> </a:t>
            </a:r>
            <a:r>
              <a:rPr dirty="0" sz="1650" spc="-325" b="1">
                <a:solidFill>
                  <a:srgbClr val="333333"/>
                </a:solidFill>
                <a:latin typeface="Malgun Gothic"/>
                <a:cs typeface="Malgun Gothic"/>
              </a:rPr>
              <a:t>다운로드</a:t>
            </a:r>
            <a:endParaRPr sz="1650">
              <a:latin typeface="Malgun Gothic"/>
              <a:cs typeface="Malgun Gothic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802304" y="5126454"/>
            <a:ext cx="1115060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취합</a:t>
            </a:r>
            <a:r>
              <a:rPr dirty="0" sz="1300" spc="-9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결과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확인</a:t>
            </a:r>
            <a:r>
              <a:rPr dirty="0" sz="1300" spc="-9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135">
                <a:solidFill>
                  <a:srgbClr val="4A5462"/>
                </a:solidFill>
                <a:latin typeface="Dotum"/>
                <a:cs typeface="Dotum"/>
              </a:rPr>
              <a:t>후</a:t>
            </a:r>
            <a:endParaRPr sz="1300">
              <a:latin typeface="Dotum"/>
              <a:cs typeface="Dotum"/>
            </a:endParaRPr>
          </a:p>
        </p:txBody>
      </p:sp>
      <p:pic>
        <p:nvPicPr>
          <p:cNvPr id="28" name="object 2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15003" y="5516479"/>
            <a:ext cx="1041394" cy="335056"/>
          </a:xfrm>
          <a:prstGeom prst="rect">
            <a:avLst/>
          </a:prstGeom>
        </p:spPr>
      </p:pic>
      <p:sp>
        <p:nvSpPr>
          <p:cNvPr id="29" name="object 29" descr=""/>
          <p:cNvSpPr txBox="1"/>
          <p:nvPr/>
        </p:nvSpPr>
        <p:spPr>
          <a:xfrm>
            <a:off x="947193" y="5552067"/>
            <a:ext cx="2219960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021715" algn="l"/>
              </a:tabLst>
            </a:pPr>
            <a:r>
              <a:rPr dirty="0" sz="1150" spc="-215" b="1">
                <a:solidFill>
                  <a:srgbClr val="FFFFFF"/>
                </a:solidFill>
                <a:latin typeface="Malgun Gothic"/>
                <a:cs typeface="Malgun Gothic"/>
              </a:rPr>
              <a:t>파일</a:t>
            </a:r>
            <a:r>
              <a:rPr dirty="0" sz="1150" spc="-14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150" spc="-20" b="1">
                <a:solidFill>
                  <a:srgbClr val="FFFFFF"/>
                </a:solidFill>
                <a:latin typeface="Malgun Gothic"/>
                <a:cs typeface="Malgun Gothic"/>
              </a:rPr>
              <a:t>다운로드</a:t>
            </a:r>
            <a:r>
              <a:rPr dirty="0" sz="1150" b="1">
                <a:solidFill>
                  <a:srgbClr val="FFFFFF"/>
                </a:solidFill>
                <a:latin typeface="Malgun Gothic"/>
                <a:cs typeface="Malgun Gothic"/>
              </a:rPr>
              <a:t>	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버튼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클릭하여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175">
                <a:solidFill>
                  <a:srgbClr val="4A5462"/>
                </a:solidFill>
                <a:latin typeface="Dotum"/>
                <a:cs typeface="Dotum"/>
              </a:rPr>
              <a:t>저장</a:t>
            </a:r>
            <a:endParaRPr sz="1300">
              <a:latin typeface="Dotum"/>
              <a:cs typeface="Dotum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5964935" y="4291583"/>
            <a:ext cx="5593080" cy="2051685"/>
            <a:chOff x="5964935" y="4291583"/>
            <a:chExt cx="5593080" cy="2051685"/>
          </a:xfrm>
        </p:grpSpPr>
        <p:sp>
          <p:nvSpPr>
            <p:cNvPr id="31" name="object 31" descr=""/>
            <p:cNvSpPr/>
            <p:nvPr/>
          </p:nvSpPr>
          <p:spPr>
            <a:xfrm>
              <a:off x="5964923" y="4291596"/>
              <a:ext cx="5593080" cy="2051685"/>
            </a:xfrm>
            <a:custGeom>
              <a:avLst/>
              <a:gdLst/>
              <a:ahLst/>
              <a:cxnLst/>
              <a:rect l="l" t="t" r="r" b="b"/>
              <a:pathLst>
                <a:path w="5593080" h="2051685">
                  <a:moveTo>
                    <a:pt x="5593080" y="0"/>
                  </a:moveTo>
                  <a:lnTo>
                    <a:pt x="5417959" y="0"/>
                  </a:lnTo>
                  <a:lnTo>
                    <a:pt x="5417959" y="183489"/>
                  </a:lnTo>
                  <a:lnTo>
                    <a:pt x="5417959" y="1686725"/>
                  </a:lnTo>
                  <a:lnTo>
                    <a:pt x="5410378" y="1724850"/>
                  </a:lnTo>
                  <a:lnTo>
                    <a:pt x="5388788" y="1757159"/>
                  </a:lnTo>
                  <a:lnTo>
                    <a:pt x="5356466" y="1778749"/>
                  </a:lnTo>
                  <a:lnTo>
                    <a:pt x="5318353" y="1786331"/>
                  </a:lnTo>
                  <a:lnTo>
                    <a:pt x="274383" y="1786331"/>
                  </a:lnTo>
                  <a:lnTo>
                    <a:pt x="236258" y="1778749"/>
                  </a:lnTo>
                  <a:lnTo>
                    <a:pt x="203936" y="1757159"/>
                  </a:lnTo>
                  <a:lnTo>
                    <a:pt x="182346" y="1724850"/>
                  </a:lnTo>
                  <a:lnTo>
                    <a:pt x="174764" y="1686725"/>
                  </a:lnTo>
                  <a:lnTo>
                    <a:pt x="174764" y="183489"/>
                  </a:lnTo>
                  <a:lnTo>
                    <a:pt x="182346" y="145376"/>
                  </a:lnTo>
                  <a:lnTo>
                    <a:pt x="203936" y="113055"/>
                  </a:lnTo>
                  <a:lnTo>
                    <a:pt x="236258" y="91465"/>
                  </a:lnTo>
                  <a:lnTo>
                    <a:pt x="274383" y="83883"/>
                  </a:lnTo>
                  <a:lnTo>
                    <a:pt x="5318353" y="83883"/>
                  </a:lnTo>
                  <a:lnTo>
                    <a:pt x="5356466" y="91465"/>
                  </a:lnTo>
                  <a:lnTo>
                    <a:pt x="5388788" y="113055"/>
                  </a:lnTo>
                  <a:lnTo>
                    <a:pt x="5410378" y="145376"/>
                  </a:lnTo>
                  <a:lnTo>
                    <a:pt x="5417959" y="183489"/>
                  </a:lnTo>
                  <a:lnTo>
                    <a:pt x="5417959" y="0"/>
                  </a:lnTo>
                  <a:lnTo>
                    <a:pt x="0" y="0"/>
                  </a:lnTo>
                  <a:lnTo>
                    <a:pt x="0" y="2051291"/>
                  </a:lnTo>
                  <a:lnTo>
                    <a:pt x="5593080" y="2051291"/>
                  </a:lnTo>
                  <a:lnTo>
                    <a:pt x="5593080" y="1786331"/>
                  </a:lnTo>
                  <a:lnTo>
                    <a:pt x="5593080" y="83883"/>
                  </a:lnTo>
                  <a:lnTo>
                    <a:pt x="5593080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130641" y="4366418"/>
              <a:ext cx="5261610" cy="1720850"/>
            </a:xfrm>
            <a:custGeom>
              <a:avLst/>
              <a:gdLst/>
              <a:ahLst/>
              <a:cxnLst/>
              <a:rect l="l" t="t" r="r" b="b"/>
              <a:pathLst>
                <a:path w="5261609" h="1720850">
                  <a:moveTo>
                    <a:pt x="5152636" y="1720564"/>
                  </a:moveTo>
                  <a:lnTo>
                    <a:pt x="108667" y="1720564"/>
                  </a:lnTo>
                  <a:lnTo>
                    <a:pt x="97962" y="1720046"/>
                  </a:lnTo>
                  <a:lnTo>
                    <a:pt x="57389" y="1707717"/>
                  </a:lnTo>
                  <a:lnTo>
                    <a:pt x="24623" y="1680800"/>
                  </a:lnTo>
                  <a:lnTo>
                    <a:pt x="4652" y="1643393"/>
                  </a:lnTo>
                  <a:lnTo>
                    <a:pt x="0" y="1611896"/>
                  </a:lnTo>
                  <a:lnTo>
                    <a:pt x="0" y="108667"/>
                  </a:lnTo>
                  <a:lnTo>
                    <a:pt x="8271" y="67082"/>
                  </a:lnTo>
                  <a:lnTo>
                    <a:pt x="31827" y="31827"/>
                  </a:lnTo>
                  <a:lnTo>
                    <a:pt x="67082" y="8271"/>
                  </a:lnTo>
                  <a:lnTo>
                    <a:pt x="108667" y="0"/>
                  </a:lnTo>
                  <a:lnTo>
                    <a:pt x="5152636" y="0"/>
                  </a:lnTo>
                  <a:lnTo>
                    <a:pt x="5194221" y="8271"/>
                  </a:lnTo>
                  <a:lnTo>
                    <a:pt x="5229475" y="31827"/>
                  </a:lnTo>
                  <a:lnTo>
                    <a:pt x="5253031" y="67082"/>
                  </a:lnTo>
                  <a:lnTo>
                    <a:pt x="5261303" y="108667"/>
                  </a:lnTo>
                  <a:lnTo>
                    <a:pt x="5261303" y="1611896"/>
                  </a:lnTo>
                  <a:lnTo>
                    <a:pt x="5253031" y="1653481"/>
                  </a:lnTo>
                  <a:lnTo>
                    <a:pt x="5229475" y="1688736"/>
                  </a:lnTo>
                  <a:lnTo>
                    <a:pt x="5194221" y="1712291"/>
                  </a:lnTo>
                  <a:lnTo>
                    <a:pt x="5152636" y="17205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130641" y="4366418"/>
              <a:ext cx="5261610" cy="1720850"/>
            </a:xfrm>
            <a:custGeom>
              <a:avLst/>
              <a:gdLst/>
              <a:ahLst/>
              <a:cxnLst/>
              <a:rect l="l" t="t" r="r" b="b"/>
              <a:pathLst>
                <a:path w="5261609" h="1720850">
                  <a:moveTo>
                    <a:pt x="5152636" y="1720564"/>
                  </a:moveTo>
                  <a:lnTo>
                    <a:pt x="108667" y="1720564"/>
                  </a:lnTo>
                  <a:lnTo>
                    <a:pt x="97962" y="1720046"/>
                  </a:lnTo>
                  <a:lnTo>
                    <a:pt x="57389" y="1707717"/>
                  </a:lnTo>
                  <a:lnTo>
                    <a:pt x="24624" y="1680800"/>
                  </a:lnTo>
                  <a:lnTo>
                    <a:pt x="4652" y="1643393"/>
                  </a:lnTo>
                  <a:lnTo>
                    <a:pt x="0" y="1611896"/>
                  </a:lnTo>
                  <a:lnTo>
                    <a:pt x="0" y="108667"/>
                  </a:lnTo>
                  <a:lnTo>
                    <a:pt x="8271" y="67082"/>
                  </a:lnTo>
                  <a:lnTo>
                    <a:pt x="31827" y="31827"/>
                  </a:lnTo>
                  <a:lnTo>
                    <a:pt x="67082" y="8271"/>
                  </a:lnTo>
                  <a:lnTo>
                    <a:pt x="108667" y="0"/>
                  </a:lnTo>
                  <a:lnTo>
                    <a:pt x="5152636" y="0"/>
                  </a:lnTo>
                  <a:lnTo>
                    <a:pt x="5194221" y="8271"/>
                  </a:lnTo>
                  <a:lnTo>
                    <a:pt x="5212709" y="18111"/>
                  </a:lnTo>
                  <a:lnTo>
                    <a:pt x="102720" y="18111"/>
                  </a:lnTo>
                  <a:lnTo>
                    <a:pt x="96831" y="18691"/>
                  </a:lnTo>
                  <a:lnTo>
                    <a:pt x="53412" y="36675"/>
                  </a:lnTo>
                  <a:lnTo>
                    <a:pt x="27278" y="68519"/>
                  </a:lnTo>
                  <a:lnTo>
                    <a:pt x="18110" y="102720"/>
                  </a:lnTo>
                  <a:lnTo>
                    <a:pt x="18110" y="1617842"/>
                  </a:lnTo>
                  <a:lnTo>
                    <a:pt x="18579" y="1622601"/>
                  </a:lnTo>
                  <a:lnTo>
                    <a:pt x="18690" y="1623731"/>
                  </a:lnTo>
                  <a:lnTo>
                    <a:pt x="36675" y="1667150"/>
                  </a:lnTo>
                  <a:lnTo>
                    <a:pt x="68519" y="1693283"/>
                  </a:lnTo>
                  <a:lnTo>
                    <a:pt x="102720" y="1702452"/>
                  </a:lnTo>
                  <a:lnTo>
                    <a:pt x="5212710" y="1702452"/>
                  </a:lnTo>
                  <a:lnTo>
                    <a:pt x="5203913" y="1707717"/>
                  </a:lnTo>
                  <a:lnTo>
                    <a:pt x="5194221" y="1712292"/>
                  </a:lnTo>
                  <a:lnTo>
                    <a:pt x="5184133" y="1715911"/>
                  </a:lnTo>
                  <a:lnTo>
                    <a:pt x="5173840" y="1718495"/>
                  </a:lnTo>
                  <a:lnTo>
                    <a:pt x="5163341" y="1720046"/>
                  </a:lnTo>
                  <a:lnTo>
                    <a:pt x="5152636" y="1720564"/>
                  </a:lnTo>
                  <a:close/>
                </a:path>
                <a:path w="5261609" h="1720850">
                  <a:moveTo>
                    <a:pt x="5212710" y="1702452"/>
                  </a:moveTo>
                  <a:lnTo>
                    <a:pt x="5158583" y="1702452"/>
                  </a:lnTo>
                  <a:lnTo>
                    <a:pt x="5164470" y="1701872"/>
                  </a:lnTo>
                  <a:lnTo>
                    <a:pt x="5176133" y="1699552"/>
                  </a:lnTo>
                  <a:lnTo>
                    <a:pt x="5212464" y="1680133"/>
                  </a:lnTo>
                  <a:lnTo>
                    <a:pt x="5238573" y="1641056"/>
                  </a:lnTo>
                  <a:lnTo>
                    <a:pt x="5243192" y="1617842"/>
                  </a:lnTo>
                  <a:lnTo>
                    <a:pt x="5243192" y="102720"/>
                  </a:lnTo>
                  <a:lnTo>
                    <a:pt x="5242723" y="97962"/>
                  </a:lnTo>
                  <a:lnTo>
                    <a:pt x="5242611" y="96831"/>
                  </a:lnTo>
                  <a:lnTo>
                    <a:pt x="5224626" y="53412"/>
                  </a:lnTo>
                  <a:lnTo>
                    <a:pt x="5192782" y="27279"/>
                  </a:lnTo>
                  <a:lnTo>
                    <a:pt x="5158583" y="18111"/>
                  </a:lnTo>
                  <a:lnTo>
                    <a:pt x="5212709" y="18111"/>
                  </a:lnTo>
                  <a:lnTo>
                    <a:pt x="5243006" y="48283"/>
                  </a:lnTo>
                  <a:lnTo>
                    <a:pt x="5259235" y="87463"/>
                  </a:lnTo>
                  <a:lnTo>
                    <a:pt x="5261304" y="1611896"/>
                  </a:lnTo>
                  <a:lnTo>
                    <a:pt x="5260786" y="1622601"/>
                  </a:lnTo>
                  <a:lnTo>
                    <a:pt x="5248457" y="1663173"/>
                  </a:lnTo>
                  <a:lnTo>
                    <a:pt x="5221540" y="1695939"/>
                  </a:lnTo>
                  <a:lnTo>
                    <a:pt x="5213019" y="1702267"/>
                  </a:lnTo>
                  <a:lnTo>
                    <a:pt x="5212710" y="1702452"/>
                  </a:lnTo>
                  <a:close/>
                </a:path>
              </a:pathLst>
            </a:custGeom>
            <a:solidFill>
              <a:srgbClr val="4A8FE2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74134" y="4635876"/>
              <a:ext cx="260349" cy="250824"/>
            </a:xfrm>
            <a:prstGeom prst="rect">
              <a:avLst/>
            </a:prstGeom>
          </p:spPr>
        </p:pic>
      </p:grpSp>
      <p:sp>
        <p:nvSpPr>
          <p:cNvPr id="35" name="object 35" descr=""/>
          <p:cNvSpPr txBox="1"/>
          <p:nvPr/>
        </p:nvSpPr>
        <p:spPr>
          <a:xfrm>
            <a:off x="6771642" y="4595088"/>
            <a:ext cx="542290" cy="2794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650" spc="-330" b="1">
                <a:solidFill>
                  <a:srgbClr val="333333"/>
                </a:solidFill>
                <a:latin typeface="Malgun Gothic"/>
                <a:cs typeface="Malgun Gothic"/>
              </a:rPr>
              <a:t>초기화</a:t>
            </a:r>
            <a:endParaRPr sz="1650">
              <a:latin typeface="Malgun Gothic"/>
              <a:cs typeface="Malgun Gothic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6355084" y="5126454"/>
            <a:ext cx="2025014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새로운</a:t>
            </a:r>
            <a:r>
              <a:rPr dirty="0" sz="1300" spc="-9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작업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시작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또는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재설정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시</a:t>
            </a:r>
            <a:endParaRPr sz="1300">
              <a:latin typeface="Dotum"/>
              <a:cs typeface="Dotum"/>
            </a:endParaRPr>
          </a:p>
        </p:txBody>
      </p:sp>
      <p:pic>
        <p:nvPicPr>
          <p:cNvPr id="37" name="object 37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366087" y="5516479"/>
            <a:ext cx="652003" cy="335056"/>
          </a:xfrm>
          <a:prstGeom prst="rect">
            <a:avLst/>
          </a:prstGeom>
        </p:spPr>
      </p:pic>
      <p:sp>
        <p:nvSpPr>
          <p:cNvPr id="38" name="object 38" descr=""/>
          <p:cNvSpPr txBox="1"/>
          <p:nvPr/>
        </p:nvSpPr>
        <p:spPr>
          <a:xfrm>
            <a:off x="6499974" y="5548140"/>
            <a:ext cx="2431415" cy="2330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27380" algn="l"/>
              </a:tabLst>
            </a:pPr>
            <a:r>
              <a:rPr dirty="0" sz="1150" spc="-25" b="1">
                <a:solidFill>
                  <a:srgbClr val="FFFFFF"/>
                </a:solidFill>
                <a:latin typeface="Malgun Gothic"/>
                <a:cs typeface="Malgun Gothic"/>
              </a:rPr>
              <a:t>초기화</a:t>
            </a:r>
            <a:r>
              <a:rPr dirty="0" sz="1150" b="1">
                <a:solidFill>
                  <a:srgbClr val="FFFFFF"/>
                </a:solidFill>
                <a:latin typeface="Malgun Gothic"/>
                <a:cs typeface="Malgun Gothic"/>
              </a:rPr>
              <a:t>	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버튼</a:t>
            </a:r>
            <a:r>
              <a:rPr dirty="0" sz="1300" spc="-95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클릭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50" spc="-180">
                <a:solidFill>
                  <a:srgbClr val="4A5462"/>
                </a:solidFill>
                <a:latin typeface="Trebuchet MS"/>
                <a:cs typeface="Trebuchet MS"/>
              </a:rPr>
              <a:t>(</a:t>
            </a:r>
            <a:r>
              <a:rPr dirty="0" sz="1300" spc="-180">
                <a:solidFill>
                  <a:srgbClr val="4A5462"/>
                </a:solidFill>
                <a:latin typeface="Dotum"/>
                <a:cs typeface="Dotum"/>
              </a:rPr>
              <a:t>모든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229">
                <a:solidFill>
                  <a:srgbClr val="4A5462"/>
                </a:solidFill>
                <a:latin typeface="Dotum"/>
                <a:cs typeface="Dotum"/>
              </a:rPr>
              <a:t>정보</a:t>
            </a:r>
            <a:r>
              <a:rPr dirty="0" sz="1300" spc="-9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dirty="0" sz="1300" spc="-160">
                <a:solidFill>
                  <a:srgbClr val="4A5462"/>
                </a:solidFill>
                <a:latin typeface="Dotum"/>
                <a:cs typeface="Dotum"/>
              </a:rPr>
              <a:t>지워짐</a:t>
            </a:r>
            <a:r>
              <a:rPr dirty="0" sz="1350" spc="-160">
                <a:solidFill>
                  <a:srgbClr val="4A5462"/>
                </a:solidFill>
                <a:latin typeface="Trebuchet MS"/>
                <a:cs typeface="Trebuchet MS"/>
              </a:rPr>
              <a:t>)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2025-07-27T00:00:33Z</dcterms:created>
  <dcterms:modified xsi:type="dcterms:W3CDTF">2025-07-27T00:00:33Z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2025-07-26T00:00:00Z</vt:filetime>
  </property>
  <property fmtid="{D5CDD505-2E9C-101B-9397-08002B2CF9AE}" pid="3" name="LastSaved">
    <vt:filetime>2025-07-26T00:00:00Z</vt:filetime>
  </property>
  <property fmtid="{D5CDD505-2E9C-101B-9397-08002B2CF9AE}" pid="4" name="Producer">
    <vt:lpwstr>iText® Core 7.2.2 (AGPL version) ©2000-2022 iText Group NV</vt:lpwstr>
  </property>
</Properties>
</file>